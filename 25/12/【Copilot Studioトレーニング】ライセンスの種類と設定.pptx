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8"/>
  </p:notesMasterIdLst>
  <p:sldIdLst>
    <p:sldId id="256" r:id="rId5"/>
    <p:sldId id="328" r:id="rId6"/>
    <p:sldId id="398" r:id="rId7"/>
    <p:sldId id="390" r:id="rId8"/>
    <p:sldId id="389" r:id="rId9"/>
    <p:sldId id="399" r:id="rId10"/>
    <p:sldId id="402" r:id="rId11"/>
    <p:sldId id="403" r:id="rId12"/>
    <p:sldId id="404" r:id="rId13"/>
    <p:sldId id="391" r:id="rId14"/>
    <p:sldId id="400" r:id="rId15"/>
    <p:sldId id="401" r:id="rId16"/>
    <p:sldId id="392" r:id="rId17"/>
    <p:sldId id="329" r:id="rId18"/>
    <p:sldId id="395" r:id="rId19"/>
    <p:sldId id="418" r:id="rId20"/>
    <p:sldId id="417" r:id="rId21"/>
    <p:sldId id="327" r:id="rId22"/>
    <p:sldId id="335" r:id="rId23"/>
    <p:sldId id="336" r:id="rId24"/>
    <p:sldId id="394" r:id="rId25"/>
    <p:sldId id="405" r:id="rId26"/>
    <p:sldId id="396" r:id="rId27"/>
    <p:sldId id="397" r:id="rId28"/>
    <p:sldId id="409" r:id="rId29"/>
    <p:sldId id="406" r:id="rId30"/>
    <p:sldId id="408" r:id="rId31"/>
    <p:sldId id="410" r:id="rId32"/>
    <p:sldId id="411" r:id="rId33"/>
    <p:sldId id="412" r:id="rId34"/>
    <p:sldId id="413" r:id="rId35"/>
    <p:sldId id="414" r:id="rId36"/>
    <p:sldId id="415" r:id="rId3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4397CA"/>
    <a:srgbClr val="0000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6F37D9-51AE-4EB7-A574-7B7FE9A8A104}" v="179" dt="2025-12-02T09:36:41.5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8" d="100"/>
          <a:sy n="88" d="100"/>
        </p:scale>
        <p:origin x="228" y="27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河 姸周" userId="7a885989-8c87-4574-9923-fb3e491192e6" providerId="ADAL" clId="{38DDF1FC-1749-498A-81F5-98F8161417A8}"/>
    <pc:docChg chg="undo redo custSel addSld delSld modSld sldOrd">
      <pc:chgData name="河 姸周" userId="7a885989-8c87-4574-9923-fb3e491192e6" providerId="ADAL" clId="{38DDF1FC-1749-498A-81F5-98F8161417A8}" dt="2025-11-14T12:55:54.293" v="1113"/>
      <pc:docMkLst>
        <pc:docMk/>
      </pc:docMkLst>
      <pc:sldChg chg="modSp add mod">
        <pc:chgData name="河 姸周" userId="7a885989-8c87-4574-9923-fb3e491192e6" providerId="ADAL" clId="{38DDF1FC-1749-498A-81F5-98F8161417A8}" dt="2025-11-14T12:55:44.936" v="1111" actId="20577"/>
        <pc:sldMkLst>
          <pc:docMk/>
          <pc:sldMk cId="856683414" sldId="327"/>
        </pc:sldMkLst>
      </pc:sldChg>
    </pc:docChg>
  </pc:docChgLst>
  <pc:docChgLst>
    <pc:chgData name="木島 基文" userId="273b0f7e-fc1f-4ec7-9561-f4f2b5eadb53" providerId="ADAL" clId="{33E421B2-CBAF-4127-80CE-7838264E16C0}"/>
    <pc:docChg chg="undo redo custSel addSld delSld modSld sldOrd modMainMaster">
      <pc:chgData name="木島 基文" userId="273b0f7e-fc1f-4ec7-9561-f4f2b5eadb53" providerId="ADAL" clId="{33E421B2-CBAF-4127-80CE-7838264E16C0}" dt="2025-12-02T09:41:32.061" v="8123" actId="1076"/>
      <pc:docMkLst>
        <pc:docMk/>
      </pc:docMkLst>
      <pc:sldChg chg="modSp mod">
        <pc:chgData name="木島 基文" userId="273b0f7e-fc1f-4ec7-9561-f4f2b5eadb53" providerId="ADAL" clId="{33E421B2-CBAF-4127-80CE-7838264E16C0}" dt="2025-12-02T01:18:54.345" v="2323" actId="20577"/>
        <pc:sldMkLst>
          <pc:docMk/>
          <pc:sldMk cId="858613121" sldId="256"/>
        </pc:sldMkLst>
        <pc:spChg chg="mod">
          <ac:chgData name="木島 基文" userId="273b0f7e-fc1f-4ec7-9561-f4f2b5eadb53" providerId="ADAL" clId="{33E421B2-CBAF-4127-80CE-7838264E16C0}" dt="2025-12-02T01:18:54.345" v="2323" actId="20577"/>
          <ac:spMkLst>
            <pc:docMk/>
            <pc:sldMk cId="858613121" sldId="256"/>
            <ac:spMk id="3" creationId="{67E0F073-4DAB-02BC-FE75-B64AC7B002C6}"/>
          </ac:spMkLst>
        </pc:spChg>
      </pc:sldChg>
      <pc:sldChg chg="add del">
        <pc:chgData name="木島 基文" userId="273b0f7e-fc1f-4ec7-9561-f4f2b5eadb53" providerId="ADAL" clId="{33E421B2-CBAF-4127-80CE-7838264E16C0}" dt="2025-12-02T05:42:41.519" v="4789" actId="47"/>
        <pc:sldMkLst>
          <pc:docMk/>
          <pc:sldMk cId="3509442077" sldId="264"/>
        </pc:sldMkLst>
      </pc:sldChg>
      <pc:sldChg chg="add del">
        <pc:chgData name="木島 基文" userId="273b0f7e-fc1f-4ec7-9561-f4f2b5eadb53" providerId="ADAL" clId="{33E421B2-CBAF-4127-80CE-7838264E16C0}" dt="2025-12-02T05:42:41.519" v="4789" actId="47"/>
        <pc:sldMkLst>
          <pc:docMk/>
          <pc:sldMk cId="4238082943" sldId="265"/>
        </pc:sldMkLst>
      </pc:sldChg>
      <pc:sldChg chg="add del">
        <pc:chgData name="木島 基文" userId="273b0f7e-fc1f-4ec7-9561-f4f2b5eadb53" providerId="ADAL" clId="{33E421B2-CBAF-4127-80CE-7838264E16C0}" dt="2025-12-02T05:42:41.519" v="4789" actId="47"/>
        <pc:sldMkLst>
          <pc:docMk/>
          <pc:sldMk cId="3895704858" sldId="266"/>
        </pc:sldMkLst>
      </pc:sldChg>
      <pc:sldChg chg="add del">
        <pc:chgData name="木島 基文" userId="273b0f7e-fc1f-4ec7-9561-f4f2b5eadb53" providerId="ADAL" clId="{33E421B2-CBAF-4127-80CE-7838264E16C0}" dt="2025-12-02T05:42:41.519" v="4789" actId="47"/>
        <pc:sldMkLst>
          <pc:docMk/>
          <pc:sldMk cId="361506624" sldId="267"/>
        </pc:sldMkLst>
      </pc:sldChg>
      <pc:sldChg chg="add del">
        <pc:chgData name="木島 基文" userId="273b0f7e-fc1f-4ec7-9561-f4f2b5eadb53" providerId="ADAL" clId="{33E421B2-CBAF-4127-80CE-7838264E16C0}" dt="2025-12-02T05:42:41.519" v="4789" actId="47"/>
        <pc:sldMkLst>
          <pc:docMk/>
          <pc:sldMk cId="781509463" sldId="268"/>
        </pc:sldMkLst>
      </pc:sldChg>
      <pc:sldChg chg="add del">
        <pc:chgData name="木島 基文" userId="273b0f7e-fc1f-4ec7-9561-f4f2b5eadb53" providerId="ADAL" clId="{33E421B2-CBAF-4127-80CE-7838264E16C0}" dt="2025-12-02T05:42:41.519" v="4789" actId="47"/>
        <pc:sldMkLst>
          <pc:docMk/>
          <pc:sldMk cId="1790215645" sldId="269"/>
        </pc:sldMkLst>
      </pc:sldChg>
      <pc:sldChg chg="add del">
        <pc:chgData name="木島 基文" userId="273b0f7e-fc1f-4ec7-9561-f4f2b5eadb53" providerId="ADAL" clId="{33E421B2-CBAF-4127-80CE-7838264E16C0}" dt="2025-12-02T05:42:41.519" v="4789" actId="47"/>
        <pc:sldMkLst>
          <pc:docMk/>
          <pc:sldMk cId="1126482799" sldId="270"/>
        </pc:sldMkLst>
      </pc:sldChg>
      <pc:sldChg chg="add del">
        <pc:chgData name="木島 基文" userId="273b0f7e-fc1f-4ec7-9561-f4f2b5eadb53" providerId="ADAL" clId="{33E421B2-CBAF-4127-80CE-7838264E16C0}" dt="2025-12-02T05:42:41.519" v="4789" actId="47"/>
        <pc:sldMkLst>
          <pc:docMk/>
          <pc:sldMk cId="3695105543" sldId="272"/>
        </pc:sldMkLst>
      </pc:sldChg>
      <pc:sldChg chg="add del">
        <pc:chgData name="木島 基文" userId="273b0f7e-fc1f-4ec7-9561-f4f2b5eadb53" providerId="ADAL" clId="{33E421B2-CBAF-4127-80CE-7838264E16C0}" dt="2025-12-02T05:42:41.519" v="4789" actId="47"/>
        <pc:sldMkLst>
          <pc:docMk/>
          <pc:sldMk cId="22484959" sldId="273"/>
        </pc:sldMkLst>
      </pc:sldChg>
      <pc:sldChg chg="add del">
        <pc:chgData name="木島 基文" userId="273b0f7e-fc1f-4ec7-9561-f4f2b5eadb53" providerId="ADAL" clId="{33E421B2-CBAF-4127-80CE-7838264E16C0}" dt="2025-12-02T05:42:41.519" v="4789" actId="47"/>
        <pc:sldMkLst>
          <pc:docMk/>
          <pc:sldMk cId="398769618" sldId="274"/>
        </pc:sldMkLst>
      </pc:sldChg>
      <pc:sldChg chg="add del">
        <pc:chgData name="木島 基文" userId="273b0f7e-fc1f-4ec7-9561-f4f2b5eadb53" providerId="ADAL" clId="{33E421B2-CBAF-4127-80CE-7838264E16C0}" dt="2025-12-02T05:42:41.519" v="4789" actId="47"/>
        <pc:sldMkLst>
          <pc:docMk/>
          <pc:sldMk cId="1789063529" sldId="275"/>
        </pc:sldMkLst>
      </pc:sldChg>
      <pc:sldChg chg="add del">
        <pc:chgData name="木島 基文" userId="273b0f7e-fc1f-4ec7-9561-f4f2b5eadb53" providerId="ADAL" clId="{33E421B2-CBAF-4127-80CE-7838264E16C0}" dt="2025-12-02T05:42:41.519" v="4789" actId="47"/>
        <pc:sldMkLst>
          <pc:docMk/>
          <pc:sldMk cId="3973931620" sldId="276"/>
        </pc:sldMkLst>
      </pc:sldChg>
      <pc:sldChg chg="add del">
        <pc:chgData name="木島 基文" userId="273b0f7e-fc1f-4ec7-9561-f4f2b5eadb53" providerId="ADAL" clId="{33E421B2-CBAF-4127-80CE-7838264E16C0}" dt="2025-12-02T05:42:41.519" v="4789" actId="47"/>
        <pc:sldMkLst>
          <pc:docMk/>
          <pc:sldMk cId="3811956379" sldId="277"/>
        </pc:sldMkLst>
      </pc:sldChg>
      <pc:sldChg chg="add del">
        <pc:chgData name="木島 基文" userId="273b0f7e-fc1f-4ec7-9561-f4f2b5eadb53" providerId="ADAL" clId="{33E421B2-CBAF-4127-80CE-7838264E16C0}" dt="2025-12-02T05:42:41.519" v="4789" actId="47"/>
        <pc:sldMkLst>
          <pc:docMk/>
          <pc:sldMk cId="3141549988" sldId="279"/>
        </pc:sldMkLst>
      </pc:sldChg>
      <pc:sldChg chg="add del">
        <pc:chgData name="木島 基文" userId="273b0f7e-fc1f-4ec7-9561-f4f2b5eadb53" providerId="ADAL" clId="{33E421B2-CBAF-4127-80CE-7838264E16C0}" dt="2025-12-02T05:42:41.519" v="4789" actId="47"/>
        <pc:sldMkLst>
          <pc:docMk/>
          <pc:sldMk cId="3698740680" sldId="280"/>
        </pc:sldMkLst>
      </pc:sldChg>
      <pc:sldChg chg="add del">
        <pc:chgData name="木島 基文" userId="273b0f7e-fc1f-4ec7-9561-f4f2b5eadb53" providerId="ADAL" clId="{33E421B2-CBAF-4127-80CE-7838264E16C0}" dt="2025-12-02T05:42:41.519" v="4789" actId="47"/>
        <pc:sldMkLst>
          <pc:docMk/>
          <pc:sldMk cId="3679962394" sldId="281"/>
        </pc:sldMkLst>
      </pc:sldChg>
      <pc:sldChg chg="add del">
        <pc:chgData name="木島 基文" userId="273b0f7e-fc1f-4ec7-9561-f4f2b5eadb53" providerId="ADAL" clId="{33E421B2-CBAF-4127-80CE-7838264E16C0}" dt="2025-12-02T05:42:41.519" v="4789" actId="47"/>
        <pc:sldMkLst>
          <pc:docMk/>
          <pc:sldMk cId="3027424064" sldId="283"/>
        </pc:sldMkLst>
      </pc:sldChg>
      <pc:sldChg chg="add del">
        <pc:chgData name="木島 基文" userId="273b0f7e-fc1f-4ec7-9561-f4f2b5eadb53" providerId="ADAL" clId="{33E421B2-CBAF-4127-80CE-7838264E16C0}" dt="2025-12-02T05:42:41.519" v="4789" actId="47"/>
        <pc:sldMkLst>
          <pc:docMk/>
          <pc:sldMk cId="3383898802" sldId="284"/>
        </pc:sldMkLst>
      </pc:sldChg>
      <pc:sldChg chg="add del">
        <pc:chgData name="木島 基文" userId="273b0f7e-fc1f-4ec7-9561-f4f2b5eadb53" providerId="ADAL" clId="{33E421B2-CBAF-4127-80CE-7838264E16C0}" dt="2025-12-02T05:42:41.519" v="4789" actId="47"/>
        <pc:sldMkLst>
          <pc:docMk/>
          <pc:sldMk cId="395378593" sldId="285"/>
        </pc:sldMkLst>
      </pc:sldChg>
      <pc:sldChg chg="add del">
        <pc:chgData name="木島 基文" userId="273b0f7e-fc1f-4ec7-9561-f4f2b5eadb53" providerId="ADAL" clId="{33E421B2-CBAF-4127-80CE-7838264E16C0}" dt="2025-12-02T05:42:41.519" v="4789" actId="47"/>
        <pc:sldMkLst>
          <pc:docMk/>
          <pc:sldMk cId="1324620956" sldId="286"/>
        </pc:sldMkLst>
      </pc:sldChg>
      <pc:sldChg chg="add del">
        <pc:chgData name="木島 基文" userId="273b0f7e-fc1f-4ec7-9561-f4f2b5eadb53" providerId="ADAL" clId="{33E421B2-CBAF-4127-80CE-7838264E16C0}" dt="2025-12-02T05:42:41.519" v="4789" actId="47"/>
        <pc:sldMkLst>
          <pc:docMk/>
          <pc:sldMk cId="2862511480" sldId="287"/>
        </pc:sldMkLst>
      </pc:sldChg>
      <pc:sldChg chg="add del">
        <pc:chgData name="木島 基文" userId="273b0f7e-fc1f-4ec7-9561-f4f2b5eadb53" providerId="ADAL" clId="{33E421B2-CBAF-4127-80CE-7838264E16C0}" dt="2025-12-02T05:42:41.519" v="4789" actId="47"/>
        <pc:sldMkLst>
          <pc:docMk/>
          <pc:sldMk cId="2998901710" sldId="288"/>
        </pc:sldMkLst>
      </pc:sldChg>
      <pc:sldChg chg="add del">
        <pc:chgData name="木島 基文" userId="273b0f7e-fc1f-4ec7-9561-f4f2b5eadb53" providerId="ADAL" clId="{33E421B2-CBAF-4127-80CE-7838264E16C0}" dt="2025-12-02T05:42:41.519" v="4789" actId="47"/>
        <pc:sldMkLst>
          <pc:docMk/>
          <pc:sldMk cId="3478715757" sldId="289"/>
        </pc:sldMkLst>
      </pc:sldChg>
      <pc:sldChg chg="add del">
        <pc:chgData name="木島 基文" userId="273b0f7e-fc1f-4ec7-9561-f4f2b5eadb53" providerId="ADAL" clId="{33E421B2-CBAF-4127-80CE-7838264E16C0}" dt="2025-12-02T05:42:41.519" v="4789" actId="47"/>
        <pc:sldMkLst>
          <pc:docMk/>
          <pc:sldMk cId="264892255" sldId="290"/>
        </pc:sldMkLst>
      </pc:sldChg>
      <pc:sldChg chg="add del">
        <pc:chgData name="木島 基文" userId="273b0f7e-fc1f-4ec7-9561-f4f2b5eadb53" providerId="ADAL" clId="{33E421B2-CBAF-4127-80CE-7838264E16C0}" dt="2025-12-02T05:42:41.519" v="4789" actId="47"/>
        <pc:sldMkLst>
          <pc:docMk/>
          <pc:sldMk cId="3749804270" sldId="291"/>
        </pc:sldMkLst>
      </pc:sldChg>
      <pc:sldChg chg="add del">
        <pc:chgData name="木島 基文" userId="273b0f7e-fc1f-4ec7-9561-f4f2b5eadb53" providerId="ADAL" clId="{33E421B2-CBAF-4127-80CE-7838264E16C0}" dt="2025-12-02T05:42:41.519" v="4789" actId="47"/>
        <pc:sldMkLst>
          <pc:docMk/>
          <pc:sldMk cId="3464682828" sldId="292"/>
        </pc:sldMkLst>
      </pc:sldChg>
      <pc:sldChg chg="add del">
        <pc:chgData name="木島 基文" userId="273b0f7e-fc1f-4ec7-9561-f4f2b5eadb53" providerId="ADAL" clId="{33E421B2-CBAF-4127-80CE-7838264E16C0}" dt="2025-12-02T05:42:41.519" v="4789" actId="47"/>
        <pc:sldMkLst>
          <pc:docMk/>
          <pc:sldMk cId="4738635" sldId="293"/>
        </pc:sldMkLst>
      </pc:sldChg>
      <pc:sldChg chg="add del">
        <pc:chgData name="木島 基文" userId="273b0f7e-fc1f-4ec7-9561-f4f2b5eadb53" providerId="ADAL" clId="{33E421B2-CBAF-4127-80CE-7838264E16C0}" dt="2025-12-02T05:42:41.519" v="4789" actId="47"/>
        <pc:sldMkLst>
          <pc:docMk/>
          <pc:sldMk cId="3151185148" sldId="295"/>
        </pc:sldMkLst>
      </pc:sldChg>
      <pc:sldChg chg="add del">
        <pc:chgData name="木島 基文" userId="273b0f7e-fc1f-4ec7-9561-f4f2b5eadb53" providerId="ADAL" clId="{33E421B2-CBAF-4127-80CE-7838264E16C0}" dt="2025-12-02T05:42:41.519" v="4789" actId="47"/>
        <pc:sldMkLst>
          <pc:docMk/>
          <pc:sldMk cId="2076097382" sldId="296"/>
        </pc:sldMkLst>
      </pc:sldChg>
      <pc:sldChg chg="add del">
        <pc:chgData name="木島 基文" userId="273b0f7e-fc1f-4ec7-9561-f4f2b5eadb53" providerId="ADAL" clId="{33E421B2-CBAF-4127-80CE-7838264E16C0}" dt="2025-12-02T05:42:41.519" v="4789" actId="47"/>
        <pc:sldMkLst>
          <pc:docMk/>
          <pc:sldMk cId="4028091473" sldId="297"/>
        </pc:sldMkLst>
      </pc:sldChg>
      <pc:sldChg chg="add del">
        <pc:chgData name="木島 基文" userId="273b0f7e-fc1f-4ec7-9561-f4f2b5eadb53" providerId="ADAL" clId="{33E421B2-CBAF-4127-80CE-7838264E16C0}" dt="2025-12-02T05:42:41.519" v="4789" actId="47"/>
        <pc:sldMkLst>
          <pc:docMk/>
          <pc:sldMk cId="2156917619" sldId="298"/>
        </pc:sldMkLst>
      </pc:sldChg>
      <pc:sldChg chg="add del">
        <pc:chgData name="木島 基文" userId="273b0f7e-fc1f-4ec7-9561-f4f2b5eadb53" providerId="ADAL" clId="{33E421B2-CBAF-4127-80CE-7838264E16C0}" dt="2025-12-02T05:42:41.519" v="4789" actId="47"/>
        <pc:sldMkLst>
          <pc:docMk/>
          <pc:sldMk cId="1460376982" sldId="299"/>
        </pc:sldMkLst>
      </pc:sldChg>
      <pc:sldChg chg="add del">
        <pc:chgData name="木島 基文" userId="273b0f7e-fc1f-4ec7-9561-f4f2b5eadb53" providerId="ADAL" clId="{33E421B2-CBAF-4127-80CE-7838264E16C0}" dt="2025-12-02T05:42:41.519" v="4789" actId="47"/>
        <pc:sldMkLst>
          <pc:docMk/>
          <pc:sldMk cId="4151974599" sldId="300"/>
        </pc:sldMkLst>
      </pc:sldChg>
      <pc:sldChg chg="add del">
        <pc:chgData name="木島 基文" userId="273b0f7e-fc1f-4ec7-9561-f4f2b5eadb53" providerId="ADAL" clId="{33E421B2-CBAF-4127-80CE-7838264E16C0}" dt="2025-12-02T05:42:41.519" v="4789" actId="47"/>
        <pc:sldMkLst>
          <pc:docMk/>
          <pc:sldMk cId="4238568472" sldId="303"/>
        </pc:sldMkLst>
      </pc:sldChg>
      <pc:sldChg chg="add del">
        <pc:chgData name="木島 基文" userId="273b0f7e-fc1f-4ec7-9561-f4f2b5eadb53" providerId="ADAL" clId="{33E421B2-CBAF-4127-80CE-7838264E16C0}" dt="2025-12-02T05:42:41.519" v="4789" actId="47"/>
        <pc:sldMkLst>
          <pc:docMk/>
          <pc:sldMk cId="2267327195" sldId="304"/>
        </pc:sldMkLst>
      </pc:sldChg>
      <pc:sldChg chg="add del">
        <pc:chgData name="木島 基文" userId="273b0f7e-fc1f-4ec7-9561-f4f2b5eadb53" providerId="ADAL" clId="{33E421B2-CBAF-4127-80CE-7838264E16C0}" dt="2025-12-02T05:42:41.519" v="4789" actId="47"/>
        <pc:sldMkLst>
          <pc:docMk/>
          <pc:sldMk cId="2096531333" sldId="308"/>
        </pc:sldMkLst>
      </pc:sldChg>
      <pc:sldChg chg="add del">
        <pc:chgData name="木島 基文" userId="273b0f7e-fc1f-4ec7-9561-f4f2b5eadb53" providerId="ADAL" clId="{33E421B2-CBAF-4127-80CE-7838264E16C0}" dt="2025-12-02T05:42:41.519" v="4789" actId="47"/>
        <pc:sldMkLst>
          <pc:docMk/>
          <pc:sldMk cId="852532715" sldId="309"/>
        </pc:sldMkLst>
      </pc:sldChg>
      <pc:sldChg chg="modSp add del mod">
        <pc:chgData name="木島 基文" userId="273b0f7e-fc1f-4ec7-9561-f4f2b5eadb53" providerId="ADAL" clId="{33E421B2-CBAF-4127-80CE-7838264E16C0}" dt="2025-12-02T01:44:01.047" v="2436" actId="47"/>
        <pc:sldMkLst>
          <pc:docMk/>
          <pc:sldMk cId="575763392" sldId="312"/>
        </pc:sldMkLst>
        <pc:spChg chg="mod">
          <ac:chgData name="木島 基文" userId="273b0f7e-fc1f-4ec7-9561-f4f2b5eadb53" providerId="ADAL" clId="{33E421B2-CBAF-4127-80CE-7838264E16C0}" dt="2025-12-02T01:18:16.275" v="2287" actId="465"/>
          <ac:spMkLst>
            <pc:docMk/>
            <pc:sldMk cId="575763392" sldId="312"/>
            <ac:spMk id="2" creationId="{240195A0-B24E-0309-12A8-07E72FE6D734}"/>
          </ac:spMkLst>
        </pc:spChg>
      </pc:sldChg>
      <pc:sldChg chg="add del">
        <pc:chgData name="木島 基文" userId="273b0f7e-fc1f-4ec7-9561-f4f2b5eadb53" providerId="ADAL" clId="{33E421B2-CBAF-4127-80CE-7838264E16C0}" dt="2025-12-02T05:42:41.519" v="4789" actId="47"/>
        <pc:sldMkLst>
          <pc:docMk/>
          <pc:sldMk cId="252868652" sldId="313"/>
        </pc:sldMkLst>
      </pc:sldChg>
      <pc:sldChg chg="add del">
        <pc:chgData name="木島 基文" userId="273b0f7e-fc1f-4ec7-9561-f4f2b5eadb53" providerId="ADAL" clId="{33E421B2-CBAF-4127-80CE-7838264E16C0}" dt="2025-12-02T05:42:41.519" v="4789" actId="47"/>
        <pc:sldMkLst>
          <pc:docMk/>
          <pc:sldMk cId="3555092802" sldId="314"/>
        </pc:sldMkLst>
      </pc:sldChg>
      <pc:sldChg chg="add del">
        <pc:chgData name="木島 基文" userId="273b0f7e-fc1f-4ec7-9561-f4f2b5eadb53" providerId="ADAL" clId="{33E421B2-CBAF-4127-80CE-7838264E16C0}" dt="2025-12-02T05:42:41.519" v="4789" actId="47"/>
        <pc:sldMkLst>
          <pc:docMk/>
          <pc:sldMk cId="2367747511" sldId="317"/>
        </pc:sldMkLst>
      </pc:sldChg>
      <pc:sldChg chg="add del">
        <pc:chgData name="木島 基文" userId="273b0f7e-fc1f-4ec7-9561-f4f2b5eadb53" providerId="ADAL" clId="{33E421B2-CBAF-4127-80CE-7838264E16C0}" dt="2025-12-02T05:42:41.519" v="4789" actId="47"/>
        <pc:sldMkLst>
          <pc:docMk/>
          <pc:sldMk cId="3929370843" sldId="321"/>
        </pc:sldMkLst>
      </pc:sldChg>
      <pc:sldChg chg="add del">
        <pc:chgData name="木島 基文" userId="273b0f7e-fc1f-4ec7-9561-f4f2b5eadb53" providerId="ADAL" clId="{33E421B2-CBAF-4127-80CE-7838264E16C0}" dt="2025-12-02T05:42:41.519" v="4789" actId="47"/>
        <pc:sldMkLst>
          <pc:docMk/>
          <pc:sldMk cId="2030786224" sldId="322"/>
        </pc:sldMkLst>
      </pc:sldChg>
      <pc:sldChg chg="add del">
        <pc:chgData name="木島 基文" userId="273b0f7e-fc1f-4ec7-9561-f4f2b5eadb53" providerId="ADAL" clId="{33E421B2-CBAF-4127-80CE-7838264E16C0}" dt="2025-12-02T05:42:41.519" v="4789" actId="47"/>
        <pc:sldMkLst>
          <pc:docMk/>
          <pc:sldMk cId="1682647135" sldId="323"/>
        </pc:sldMkLst>
      </pc:sldChg>
      <pc:sldChg chg="add del">
        <pc:chgData name="木島 基文" userId="273b0f7e-fc1f-4ec7-9561-f4f2b5eadb53" providerId="ADAL" clId="{33E421B2-CBAF-4127-80CE-7838264E16C0}" dt="2025-12-02T05:42:41.519" v="4789" actId="47"/>
        <pc:sldMkLst>
          <pc:docMk/>
          <pc:sldMk cId="4998493" sldId="324"/>
        </pc:sldMkLst>
      </pc:sldChg>
      <pc:sldChg chg="add del">
        <pc:chgData name="木島 基文" userId="273b0f7e-fc1f-4ec7-9561-f4f2b5eadb53" providerId="ADAL" clId="{33E421B2-CBAF-4127-80CE-7838264E16C0}" dt="2025-12-02T05:42:41.519" v="4789" actId="47"/>
        <pc:sldMkLst>
          <pc:docMk/>
          <pc:sldMk cId="4134660084" sldId="325"/>
        </pc:sldMkLst>
      </pc:sldChg>
      <pc:sldChg chg="add del">
        <pc:chgData name="木島 基文" userId="273b0f7e-fc1f-4ec7-9561-f4f2b5eadb53" providerId="ADAL" clId="{33E421B2-CBAF-4127-80CE-7838264E16C0}" dt="2025-12-02T05:42:41.519" v="4789" actId="47"/>
        <pc:sldMkLst>
          <pc:docMk/>
          <pc:sldMk cId="3651722607" sldId="326"/>
        </pc:sldMkLst>
      </pc:sldChg>
      <pc:sldChg chg="addSp delSp modSp mod ord">
        <pc:chgData name="木島 基文" userId="273b0f7e-fc1f-4ec7-9561-f4f2b5eadb53" providerId="ADAL" clId="{33E421B2-CBAF-4127-80CE-7838264E16C0}" dt="2025-12-02T05:35:11.107" v="4285" actId="20577"/>
        <pc:sldMkLst>
          <pc:docMk/>
          <pc:sldMk cId="856683414" sldId="327"/>
        </pc:sldMkLst>
        <pc:spChg chg="add mod">
          <ac:chgData name="木島 基文" userId="273b0f7e-fc1f-4ec7-9561-f4f2b5eadb53" providerId="ADAL" clId="{33E421B2-CBAF-4127-80CE-7838264E16C0}" dt="2025-12-02T05:35:11.107" v="4285" actId="20577"/>
          <ac:spMkLst>
            <pc:docMk/>
            <pc:sldMk cId="856683414" sldId="327"/>
            <ac:spMk id="4" creationId="{FD12A709-BF15-0F37-B0D0-CEDF62A61B89}"/>
          </ac:spMkLst>
        </pc:spChg>
        <pc:spChg chg="mod">
          <ac:chgData name="木島 基文" userId="273b0f7e-fc1f-4ec7-9561-f4f2b5eadb53" providerId="ADAL" clId="{33E421B2-CBAF-4127-80CE-7838264E16C0}" dt="2025-11-30T07:01:52.404" v="1399"/>
          <ac:spMkLst>
            <pc:docMk/>
            <pc:sldMk cId="856683414" sldId="327"/>
            <ac:spMk id="9" creationId="{483AF28E-768E-9192-4E5F-7DAF3F6ED562}"/>
          </ac:spMkLst>
        </pc:spChg>
        <pc:picChg chg="add mod modCrop">
          <ac:chgData name="木島 基文" userId="273b0f7e-fc1f-4ec7-9561-f4f2b5eadb53" providerId="ADAL" clId="{33E421B2-CBAF-4127-80CE-7838264E16C0}" dt="2025-12-01T00:52:54.488" v="1500" actId="1076"/>
          <ac:picMkLst>
            <pc:docMk/>
            <pc:sldMk cId="856683414" sldId="327"/>
            <ac:picMk id="13" creationId="{61DA86B4-959F-DAB9-EE59-4F068B3D4526}"/>
          </ac:picMkLst>
        </pc:picChg>
        <pc:picChg chg="add mod modCrop">
          <ac:chgData name="木島 基文" userId="273b0f7e-fc1f-4ec7-9561-f4f2b5eadb53" providerId="ADAL" clId="{33E421B2-CBAF-4127-80CE-7838264E16C0}" dt="2025-12-01T01:10:29.181" v="1647" actId="1076"/>
          <ac:picMkLst>
            <pc:docMk/>
            <pc:sldMk cId="856683414" sldId="327"/>
            <ac:picMk id="15" creationId="{0EFE7F24-B2BC-413A-41DD-D2B305360323}"/>
          </ac:picMkLst>
        </pc:picChg>
        <pc:picChg chg="add del mod">
          <ac:chgData name="木島 基文" userId="273b0f7e-fc1f-4ec7-9561-f4f2b5eadb53" providerId="ADAL" clId="{33E421B2-CBAF-4127-80CE-7838264E16C0}" dt="2025-12-01T05:14:35.568" v="1831" actId="478"/>
          <ac:picMkLst>
            <pc:docMk/>
            <pc:sldMk cId="856683414" sldId="327"/>
            <ac:picMk id="17" creationId="{8A01279C-9711-B670-4F46-3520760166E1}"/>
          </ac:picMkLst>
        </pc:picChg>
      </pc:sldChg>
      <pc:sldChg chg="addSp delSp modSp add mod chgLayout">
        <pc:chgData name="木島 基文" userId="273b0f7e-fc1f-4ec7-9561-f4f2b5eadb53" providerId="ADAL" clId="{33E421B2-CBAF-4127-80CE-7838264E16C0}" dt="2025-12-02T08:35:07.267" v="7080" actId="20577"/>
        <pc:sldMkLst>
          <pc:docMk/>
          <pc:sldMk cId="2072488265" sldId="328"/>
        </pc:sldMkLst>
        <pc:spChg chg="add mod ord">
          <ac:chgData name="木島 基文" userId="273b0f7e-fc1f-4ec7-9561-f4f2b5eadb53" providerId="ADAL" clId="{33E421B2-CBAF-4127-80CE-7838264E16C0}" dt="2025-12-02T01:41:32.589" v="2421" actId="20577"/>
          <ac:spMkLst>
            <pc:docMk/>
            <pc:sldMk cId="2072488265" sldId="328"/>
            <ac:spMk id="2" creationId="{4A79997D-2816-91CD-588A-EC4B7D6A8DD1}"/>
          </ac:spMkLst>
        </pc:spChg>
        <pc:spChg chg="del">
          <ac:chgData name="木島 基文" userId="273b0f7e-fc1f-4ec7-9561-f4f2b5eadb53" providerId="ADAL" clId="{33E421B2-CBAF-4127-80CE-7838264E16C0}" dt="2025-12-02T01:41:39.806" v="2422" actId="478"/>
          <ac:spMkLst>
            <pc:docMk/>
            <pc:sldMk cId="2072488265" sldId="328"/>
            <ac:spMk id="9" creationId="{483AF28E-768E-9192-4E5F-7DAF3F6ED562}"/>
          </ac:spMkLst>
        </pc:spChg>
        <pc:spChg chg="mod">
          <ac:chgData name="木島 基文" userId="273b0f7e-fc1f-4ec7-9561-f4f2b5eadb53" providerId="ADAL" clId="{33E421B2-CBAF-4127-80CE-7838264E16C0}" dt="2025-12-02T08:35:07.267" v="7080" actId="20577"/>
          <ac:spMkLst>
            <pc:docMk/>
            <pc:sldMk cId="2072488265" sldId="328"/>
            <ac:spMk id="10" creationId="{94685010-28D6-586E-B34F-D8244337761E}"/>
          </ac:spMkLst>
        </pc:spChg>
      </pc:sldChg>
      <pc:sldChg chg="delSp modSp add mod ord">
        <pc:chgData name="木島 基文" userId="273b0f7e-fc1f-4ec7-9561-f4f2b5eadb53" providerId="ADAL" clId="{33E421B2-CBAF-4127-80CE-7838264E16C0}" dt="2025-12-02T09:38:00.164" v="8112" actId="6549"/>
        <pc:sldMkLst>
          <pc:docMk/>
          <pc:sldMk cId="466338781" sldId="329"/>
        </pc:sldMkLst>
        <pc:spChg chg="mod">
          <ac:chgData name="木島 基文" userId="273b0f7e-fc1f-4ec7-9561-f4f2b5eadb53" providerId="ADAL" clId="{33E421B2-CBAF-4127-80CE-7838264E16C0}" dt="2025-12-02T09:38:00.164" v="8112" actId="6549"/>
          <ac:spMkLst>
            <pc:docMk/>
            <pc:sldMk cId="466338781" sldId="329"/>
            <ac:spMk id="4" creationId="{7E9896B1-7B9F-3FF1-B155-292AE32496C2}"/>
          </ac:spMkLst>
        </pc:spChg>
        <pc:spChg chg="mod">
          <ac:chgData name="木島 基文" userId="273b0f7e-fc1f-4ec7-9561-f4f2b5eadb53" providerId="ADAL" clId="{33E421B2-CBAF-4127-80CE-7838264E16C0}" dt="2025-12-02T05:16:33.087" v="3812" actId="20577"/>
          <ac:spMkLst>
            <pc:docMk/>
            <pc:sldMk cId="466338781" sldId="329"/>
            <ac:spMk id="9" creationId="{A33E5B32-53E9-6CD6-7F96-13414D4D9C9F}"/>
          </ac:spMkLst>
        </pc:spChg>
        <pc:picChg chg="del">
          <ac:chgData name="木島 基文" userId="273b0f7e-fc1f-4ec7-9561-f4f2b5eadb53" providerId="ADAL" clId="{33E421B2-CBAF-4127-80CE-7838264E16C0}" dt="2025-12-02T05:19:03.928" v="4129" actId="478"/>
          <ac:picMkLst>
            <pc:docMk/>
            <pc:sldMk cId="466338781" sldId="329"/>
            <ac:picMk id="6" creationId="{98AEEA88-FCA5-F721-7889-5327B60EA96B}"/>
          </ac:picMkLst>
        </pc:picChg>
        <pc:picChg chg="del">
          <ac:chgData name="木島 基文" userId="273b0f7e-fc1f-4ec7-9561-f4f2b5eadb53" providerId="ADAL" clId="{33E421B2-CBAF-4127-80CE-7838264E16C0}" dt="2025-12-02T05:19:02.929" v="4128" actId="478"/>
          <ac:picMkLst>
            <pc:docMk/>
            <pc:sldMk cId="466338781" sldId="329"/>
            <ac:picMk id="8" creationId="{DBEBCAF6-5562-33BE-5A2B-5B9BAFB89C98}"/>
          </ac:picMkLst>
        </pc:picChg>
      </pc:sldChg>
      <pc:sldChg chg="add del">
        <pc:chgData name="木島 基文" userId="273b0f7e-fc1f-4ec7-9561-f4f2b5eadb53" providerId="ADAL" clId="{33E421B2-CBAF-4127-80CE-7838264E16C0}" dt="2025-12-01T00:51:36.088" v="1485" actId="47"/>
        <pc:sldMkLst>
          <pc:docMk/>
          <pc:sldMk cId="523288478" sldId="330"/>
        </pc:sldMkLst>
      </pc:sldChg>
      <pc:sldChg chg="addSp delSp modSp add del mod">
        <pc:chgData name="木島 基文" userId="273b0f7e-fc1f-4ec7-9561-f4f2b5eadb53" providerId="ADAL" clId="{33E421B2-CBAF-4127-80CE-7838264E16C0}" dt="2025-12-02T05:42:41.519" v="4789" actId="47"/>
        <pc:sldMkLst>
          <pc:docMk/>
          <pc:sldMk cId="2059984833" sldId="331"/>
        </pc:sldMkLst>
        <pc:picChg chg="add del mod">
          <ac:chgData name="木島 基文" userId="273b0f7e-fc1f-4ec7-9561-f4f2b5eadb53" providerId="ADAL" clId="{33E421B2-CBAF-4127-80CE-7838264E16C0}" dt="2025-12-01T00:52:23.922" v="1495" actId="21"/>
          <ac:picMkLst>
            <pc:docMk/>
            <pc:sldMk cId="2059984833" sldId="331"/>
            <ac:picMk id="3" creationId="{61DA86B4-959F-DAB9-EE59-4F068B3D4526}"/>
          </ac:picMkLst>
        </pc:picChg>
      </pc:sldChg>
      <pc:sldChg chg="add del">
        <pc:chgData name="木島 基文" userId="273b0f7e-fc1f-4ec7-9561-f4f2b5eadb53" providerId="ADAL" clId="{33E421B2-CBAF-4127-80CE-7838264E16C0}" dt="2025-12-02T05:42:41.519" v="4789" actId="47"/>
        <pc:sldMkLst>
          <pc:docMk/>
          <pc:sldMk cId="1223661410" sldId="332"/>
        </pc:sldMkLst>
      </pc:sldChg>
      <pc:sldChg chg="add del">
        <pc:chgData name="木島 基文" userId="273b0f7e-fc1f-4ec7-9561-f4f2b5eadb53" providerId="ADAL" clId="{33E421B2-CBAF-4127-80CE-7838264E16C0}" dt="2025-12-02T05:42:41.519" v="4789" actId="47"/>
        <pc:sldMkLst>
          <pc:docMk/>
          <pc:sldMk cId="2752615911" sldId="333"/>
        </pc:sldMkLst>
      </pc:sldChg>
      <pc:sldChg chg="add del">
        <pc:chgData name="木島 基文" userId="273b0f7e-fc1f-4ec7-9561-f4f2b5eadb53" providerId="ADAL" clId="{33E421B2-CBAF-4127-80CE-7838264E16C0}" dt="2025-12-02T05:42:41.519" v="4789" actId="47"/>
        <pc:sldMkLst>
          <pc:docMk/>
          <pc:sldMk cId="1896667586" sldId="334"/>
        </pc:sldMkLst>
      </pc:sldChg>
      <pc:sldChg chg="add del">
        <pc:chgData name="木島 基文" userId="273b0f7e-fc1f-4ec7-9561-f4f2b5eadb53" providerId="ADAL" clId="{33E421B2-CBAF-4127-80CE-7838264E16C0}" dt="2025-12-01T00:52:03.980" v="1487"/>
        <pc:sldMkLst>
          <pc:docMk/>
          <pc:sldMk cId="1865268508" sldId="335"/>
        </pc:sldMkLst>
      </pc:sldChg>
      <pc:sldChg chg="addSp delSp modSp add mod ord">
        <pc:chgData name="木島 基文" userId="273b0f7e-fc1f-4ec7-9561-f4f2b5eadb53" providerId="ADAL" clId="{33E421B2-CBAF-4127-80CE-7838264E16C0}" dt="2025-12-02T08:51:47.866" v="7321" actId="478"/>
        <pc:sldMkLst>
          <pc:docMk/>
          <pc:sldMk cId="2386661458" sldId="335"/>
        </pc:sldMkLst>
        <pc:spChg chg="mod">
          <ac:chgData name="木島 基文" userId="273b0f7e-fc1f-4ec7-9561-f4f2b5eadb53" providerId="ADAL" clId="{33E421B2-CBAF-4127-80CE-7838264E16C0}" dt="2025-12-01T05:36:54.768" v="2231" actId="20577"/>
          <ac:spMkLst>
            <pc:docMk/>
            <pc:sldMk cId="2386661458" sldId="335"/>
            <ac:spMk id="4" creationId="{48F21CA2-C79A-78EF-3123-48E2FBB58C7C}"/>
          </ac:spMkLst>
        </pc:spChg>
        <pc:picChg chg="add mod modCrop">
          <ac:chgData name="木島 基文" userId="273b0f7e-fc1f-4ec7-9561-f4f2b5eadb53" providerId="ADAL" clId="{33E421B2-CBAF-4127-80CE-7838264E16C0}" dt="2025-12-01T05:36:30.396" v="2229" actId="1038"/>
          <ac:picMkLst>
            <pc:docMk/>
            <pc:sldMk cId="2386661458" sldId="335"/>
            <ac:picMk id="3" creationId="{A9DD77C0-0EEF-1937-13FE-D365650DF5EA}"/>
          </ac:picMkLst>
        </pc:picChg>
        <pc:picChg chg="add del mod">
          <ac:chgData name="木島 基文" userId="273b0f7e-fc1f-4ec7-9561-f4f2b5eadb53" providerId="ADAL" clId="{33E421B2-CBAF-4127-80CE-7838264E16C0}" dt="2025-12-02T08:51:47.866" v="7321" actId="478"/>
          <ac:picMkLst>
            <pc:docMk/>
            <pc:sldMk cId="2386661458" sldId="335"/>
            <ac:picMk id="5" creationId="{1BC138C1-3708-9D4E-3296-F25E904747A5}"/>
          </ac:picMkLst>
        </pc:picChg>
        <pc:picChg chg="del mod">
          <ac:chgData name="木島 基文" userId="273b0f7e-fc1f-4ec7-9561-f4f2b5eadb53" providerId="ADAL" clId="{33E421B2-CBAF-4127-80CE-7838264E16C0}" dt="2025-12-01T05:14:41.195" v="1834" actId="478"/>
          <ac:picMkLst>
            <pc:docMk/>
            <pc:sldMk cId="2386661458" sldId="335"/>
            <ac:picMk id="13" creationId="{5F4036CE-82BE-9503-0858-B054D1AE7956}"/>
          </ac:picMkLst>
        </pc:picChg>
        <pc:picChg chg="del">
          <ac:chgData name="木島 基文" userId="273b0f7e-fc1f-4ec7-9561-f4f2b5eadb53" providerId="ADAL" clId="{33E421B2-CBAF-4127-80CE-7838264E16C0}" dt="2025-12-01T05:14:42.467" v="1835" actId="478"/>
          <ac:picMkLst>
            <pc:docMk/>
            <pc:sldMk cId="2386661458" sldId="335"/>
            <ac:picMk id="15" creationId="{2A122D33-9996-4409-F260-621D3B60DC70}"/>
          </ac:picMkLst>
        </pc:picChg>
        <pc:picChg chg="mod modCrop">
          <ac:chgData name="木島 基文" userId="273b0f7e-fc1f-4ec7-9561-f4f2b5eadb53" providerId="ADAL" clId="{33E421B2-CBAF-4127-80CE-7838264E16C0}" dt="2025-12-01T05:36:30.396" v="2229" actId="1038"/>
          <ac:picMkLst>
            <pc:docMk/>
            <pc:sldMk cId="2386661458" sldId="335"/>
            <ac:picMk id="17" creationId="{612FF715-6435-7C68-AC30-257CF1C90DB0}"/>
          </ac:picMkLst>
        </pc:picChg>
        <pc:cxnChg chg="add del">
          <ac:chgData name="木島 基文" userId="273b0f7e-fc1f-4ec7-9561-f4f2b5eadb53" providerId="ADAL" clId="{33E421B2-CBAF-4127-80CE-7838264E16C0}" dt="2025-12-01T05:35:13.899" v="2167" actId="11529"/>
          <ac:cxnSpMkLst>
            <pc:docMk/>
            <pc:sldMk cId="2386661458" sldId="335"/>
            <ac:cxnSpMk id="6" creationId="{9CCB144E-C6A4-29C4-7B5C-33832CB98708}"/>
          </ac:cxnSpMkLst>
        </pc:cxnChg>
        <pc:cxnChg chg="add mod">
          <ac:chgData name="木島 基文" userId="273b0f7e-fc1f-4ec7-9561-f4f2b5eadb53" providerId="ADAL" clId="{33E421B2-CBAF-4127-80CE-7838264E16C0}" dt="2025-12-01T05:36:30.396" v="2229" actId="1038"/>
          <ac:cxnSpMkLst>
            <pc:docMk/>
            <pc:sldMk cId="2386661458" sldId="335"/>
            <ac:cxnSpMk id="8" creationId="{476A73DF-E8E1-FC79-252B-B24533FF526D}"/>
          </ac:cxnSpMkLst>
        </pc:cxnChg>
      </pc:sldChg>
      <pc:sldChg chg="add del">
        <pc:chgData name="木島 基文" userId="273b0f7e-fc1f-4ec7-9561-f4f2b5eadb53" providerId="ADAL" clId="{33E421B2-CBAF-4127-80CE-7838264E16C0}" dt="2025-12-01T00:52:03.980" v="1487"/>
        <pc:sldMkLst>
          <pc:docMk/>
          <pc:sldMk cId="183372717" sldId="336"/>
        </pc:sldMkLst>
      </pc:sldChg>
      <pc:sldChg chg="addSp delSp modSp add mod ord">
        <pc:chgData name="木島 基文" userId="273b0f7e-fc1f-4ec7-9561-f4f2b5eadb53" providerId="ADAL" clId="{33E421B2-CBAF-4127-80CE-7838264E16C0}" dt="2025-12-02T09:29:59.453" v="7902" actId="1076"/>
        <pc:sldMkLst>
          <pc:docMk/>
          <pc:sldMk cId="2455779448" sldId="336"/>
        </pc:sldMkLst>
        <pc:spChg chg="mod">
          <ac:chgData name="木島 基文" userId="273b0f7e-fc1f-4ec7-9561-f4f2b5eadb53" providerId="ADAL" clId="{33E421B2-CBAF-4127-80CE-7838264E16C0}" dt="2025-12-02T09:24:50.899" v="7877" actId="20577"/>
          <ac:spMkLst>
            <pc:docMk/>
            <pc:sldMk cId="2455779448" sldId="336"/>
            <ac:spMk id="4" creationId="{AC8FC39E-D735-3E15-8859-529F3083CE8C}"/>
          </ac:spMkLst>
        </pc:spChg>
        <pc:spChg chg="mod">
          <ac:chgData name="木島 基文" userId="273b0f7e-fc1f-4ec7-9561-f4f2b5eadb53" providerId="ADAL" clId="{33E421B2-CBAF-4127-80CE-7838264E16C0}" dt="2025-12-02T04:44:22.474" v="3335" actId="20577"/>
          <ac:spMkLst>
            <pc:docMk/>
            <pc:sldMk cId="2455779448" sldId="336"/>
            <ac:spMk id="9" creationId="{DC5DA84E-9D5A-3760-E217-06AA36FEA1FF}"/>
          </ac:spMkLst>
        </pc:spChg>
        <pc:picChg chg="del">
          <ac:chgData name="木島 基文" userId="273b0f7e-fc1f-4ec7-9561-f4f2b5eadb53" providerId="ADAL" clId="{33E421B2-CBAF-4127-80CE-7838264E16C0}" dt="2025-12-01T14:44:10.642" v="2237" actId="478"/>
          <ac:picMkLst>
            <pc:docMk/>
            <pc:sldMk cId="2455779448" sldId="336"/>
            <ac:picMk id="3" creationId="{C4E266FF-0E38-C44C-D699-DB53A63A0DB3}"/>
          </ac:picMkLst>
        </pc:picChg>
        <pc:picChg chg="add mod modCrop">
          <ac:chgData name="木島 基文" userId="273b0f7e-fc1f-4ec7-9561-f4f2b5eadb53" providerId="ADAL" clId="{33E421B2-CBAF-4127-80CE-7838264E16C0}" dt="2025-12-02T09:29:59.453" v="7902" actId="1076"/>
          <ac:picMkLst>
            <pc:docMk/>
            <pc:sldMk cId="2455779448" sldId="336"/>
            <ac:picMk id="3" creationId="{DB447ADC-C94D-FA0E-3C3B-3BD31AECFC6C}"/>
          </ac:picMkLst>
        </pc:picChg>
        <pc:picChg chg="add mod modCrop">
          <ac:chgData name="木島 基文" userId="273b0f7e-fc1f-4ec7-9561-f4f2b5eadb53" providerId="ADAL" clId="{33E421B2-CBAF-4127-80CE-7838264E16C0}" dt="2025-12-02T09:25:34.290" v="7889" actId="1076"/>
          <ac:picMkLst>
            <pc:docMk/>
            <pc:sldMk cId="2455779448" sldId="336"/>
            <ac:picMk id="5" creationId="{124F02F3-27C1-ADBE-95D3-6C4F5E0A6748}"/>
          </ac:picMkLst>
        </pc:picChg>
        <pc:picChg chg="add del mod modCrop">
          <ac:chgData name="木島 基文" userId="273b0f7e-fc1f-4ec7-9561-f4f2b5eadb53" providerId="ADAL" clId="{33E421B2-CBAF-4127-80CE-7838264E16C0}" dt="2025-12-02T09:29:25.683" v="7891" actId="478"/>
          <ac:picMkLst>
            <pc:docMk/>
            <pc:sldMk cId="2455779448" sldId="336"/>
            <ac:picMk id="6" creationId="{EA5B02AA-B319-32CF-10F2-E1994B77906B}"/>
          </ac:picMkLst>
        </pc:picChg>
        <pc:picChg chg="del">
          <ac:chgData name="木島 基文" userId="273b0f7e-fc1f-4ec7-9561-f4f2b5eadb53" providerId="ADAL" clId="{33E421B2-CBAF-4127-80CE-7838264E16C0}" dt="2025-12-01T14:44:09.587" v="2236" actId="478"/>
          <ac:picMkLst>
            <pc:docMk/>
            <pc:sldMk cId="2455779448" sldId="336"/>
            <ac:picMk id="17" creationId="{985854D2-1724-D794-4457-5F94E41E6ED1}"/>
          </ac:picMkLst>
        </pc:picChg>
        <pc:cxnChg chg="del">
          <ac:chgData name="木島 基文" userId="273b0f7e-fc1f-4ec7-9561-f4f2b5eadb53" providerId="ADAL" clId="{33E421B2-CBAF-4127-80CE-7838264E16C0}" dt="2025-12-01T14:44:12.033" v="2238" actId="478"/>
          <ac:cxnSpMkLst>
            <pc:docMk/>
            <pc:sldMk cId="2455779448" sldId="336"/>
            <ac:cxnSpMk id="8" creationId="{44434DBF-9292-5C26-5DD2-EACD806A8231}"/>
          </ac:cxnSpMkLst>
        </pc:cxnChg>
      </pc:sldChg>
      <pc:sldChg chg="add del">
        <pc:chgData name="木島 基文" userId="273b0f7e-fc1f-4ec7-9561-f4f2b5eadb53" providerId="ADAL" clId="{33E421B2-CBAF-4127-80CE-7838264E16C0}" dt="2025-12-02T04:48:52.302" v="3539" actId="47"/>
        <pc:sldMkLst>
          <pc:docMk/>
          <pc:sldMk cId="198439833" sldId="337"/>
        </pc:sldMkLst>
      </pc:sldChg>
      <pc:sldChg chg="add del">
        <pc:chgData name="木島 基文" userId="273b0f7e-fc1f-4ec7-9561-f4f2b5eadb53" providerId="ADAL" clId="{33E421B2-CBAF-4127-80CE-7838264E16C0}" dt="2025-12-01T00:52:03.980" v="1487"/>
        <pc:sldMkLst>
          <pc:docMk/>
          <pc:sldMk cId="1454534633" sldId="337"/>
        </pc:sldMkLst>
      </pc:sldChg>
      <pc:sldChg chg="modSp add del mod">
        <pc:chgData name="木島 基文" userId="273b0f7e-fc1f-4ec7-9561-f4f2b5eadb53" providerId="ADAL" clId="{33E421B2-CBAF-4127-80CE-7838264E16C0}" dt="2025-12-02T04:51:19.387" v="3759" actId="47"/>
        <pc:sldMkLst>
          <pc:docMk/>
          <pc:sldMk cId="2063457180" sldId="338"/>
        </pc:sldMkLst>
        <pc:picChg chg="mod">
          <ac:chgData name="木島 基文" userId="273b0f7e-fc1f-4ec7-9561-f4f2b5eadb53" providerId="ADAL" clId="{33E421B2-CBAF-4127-80CE-7838264E16C0}" dt="2025-12-02T01:15:10.792" v="2250" actId="1035"/>
          <ac:picMkLst>
            <pc:docMk/>
            <pc:sldMk cId="2063457180" sldId="338"/>
            <ac:picMk id="3" creationId="{A255AD02-55AD-A1E3-C7F8-58B344EA6BAE}"/>
          </ac:picMkLst>
        </pc:picChg>
      </pc:sldChg>
      <pc:sldChg chg="add del">
        <pc:chgData name="木島 基文" userId="273b0f7e-fc1f-4ec7-9561-f4f2b5eadb53" providerId="ADAL" clId="{33E421B2-CBAF-4127-80CE-7838264E16C0}" dt="2025-12-01T00:52:03.980" v="1487"/>
        <pc:sldMkLst>
          <pc:docMk/>
          <pc:sldMk cId="2803542458" sldId="338"/>
        </pc:sldMkLst>
      </pc:sldChg>
      <pc:sldChg chg="add del">
        <pc:chgData name="木島 基文" userId="273b0f7e-fc1f-4ec7-9561-f4f2b5eadb53" providerId="ADAL" clId="{33E421B2-CBAF-4127-80CE-7838264E16C0}" dt="2025-12-01T00:52:03.980" v="1487"/>
        <pc:sldMkLst>
          <pc:docMk/>
          <pc:sldMk cId="2201994774" sldId="339"/>
        </pc:sldMkLst>
      </pc:sldChg>
      <pc:sldChg chg="add del ord">
        <pc:chgData name="木島 基文" userId="273b0f7e-fc1f-4ec7-9561-f4f2b5eadb53" providerId="ADAL" clId="{33E421B2-CBAF-4127-80CE-7838264E16C0}" dt="2025-12-02T04:49:07.253" v="3540" actId="47"/>
        <pc:sldMkLst>
          <pc:docMk/>
          <pc:sldMk cId="4271498527" sldId="339"/>
        </pc:sldMkLst>
      </pc:sldChg>
      <pc:sldChg chg="add del">
        <pc:chgData name="木島 基文" userId="273b0f7e-fc1f-4ec7-9561-f4f2b5eadb53" providerId="ADAL" clId="{33E421B2-CBAF-4127-80CE-7838264E16C0}" dt="2025-12-01T00:52:03.980" v="1487"/>
        <pc:sldMkLst>
          <pc:docMk/>
          <pc:sldMk cId="50805358" sldId="340"/>
        </pc:sldMkLst>
      </pc:sldChg>
      <pc:sldChg chg="addSp delSp modSp add del mod">
        <pc:chgData name="木島 基文" userId="273b0f7e-fc1f-4ec7-9561-f4f2b5eadb53" providerId="ADAL" clId="{33E421B2-CBAF-4127-80CE-7838264E16C0}" dt="2025-12-02T04:51:19.387" v="3759" actId="47"/>
        <pc:sldMkLst>
          <pc:docMk/>
          <pc:sldMk cId="1766317151" sldId="340"/>
        </pc:sldMkLst>
        <pc:picChg chg="add mod">
          <ac:chgData name="木島 基文" userId="273b0f7e-fc1f-4ec7-9561-f4f2b5eadb53" providerId="ADAL" clId="{33E421B2-CBAF-4127-80CE-7838264E16C0}" dt="2025-12-02T04:32:58.742" v="3109" actId="14100"/>
          <ac:picMkLst>
            <pc:docMk/>
            <pc:sldMk cId="1766317151" sldId="340"/>
            <ac:picMk id="3" creationId="{0F5453E6-B229-E952-4959-3A8F9445C85E}"/>
          </ac:picMkLst>
        </pc:picChg>
        <pc:picChg chg="del">
          <ac:chgData name="木島 基文" userId="273b0f7e-fc1f-4ec7-9561-f4f2b5eadb53" providerId="ADAL" clId="{33E421B2-CBAF-4127-80CE-7838264E16C0}" dt="2025-12-01T14:44:21.992" v="2243" actId="478"/>
          <ac:picMkLst>
            <pc:docMk/>
            <pc:sldMk cId="1766317151" sldId="340"/>
            <ac:picMk id="5" creationId="{B0E659E2-8EAB-0EB4-F6DF-3EEE964098BD}"/>
          </ac:picMkLst>
        </pc:picChg>
      </pc:sldChg>
      <pc:sldChg chg="add del">
        <pc:chgData name="木島 基文" userId="273b0f7e-fc1f-4ec7-9561-f4f2b5eadb53" providerId="ADAL" clId="{33E421B2-CBAF-4127-80CE-7838264E16C0}" dt="2025-12-01T00:52:03.980" v="1487"/>
        <pc:sldMkLst>
          <pc:docMk/>
          <pc:sldMk cId="3813296849" sldId="341"/>
        </pc:sldMkLst>
      </pc:sldChg>
      <pc:sldChg chg="add del">
        <pc:chgData name="木島 基文" userId="273b0f7e-fc1f-4ec7-9561-f4f2b5eadb53" providerId="ADAL" clId="{33E421B2-CBAF-4127-80CE-7838264E16C0}" dt="2025-12-01T00:52:03.980" v="1487"/>
        <pc:sldMkLst>
          <pc:docMk/>
          <pc:sldMk cId="529850850" sldId="342"/>
        </pc:sldMkLst>
      </pc:sldChg>
      <pc:sldChg chg="add del">
        <pc:chgData name="木島 基文" userId="273b0f7e-fc1f-4ec7-9561-f4f2b5eadb53" providerId="ADAL" clId="{33E421B2-CBAF-4127-80CE-7838264E16C0}" dt="2025-12-01T00:52:03.980" v="1487"/>
        <pc:sldMkLst>
          <pc:docMk/>
          <pc:sldMk cId="2213173185" sldId="343"/>
        </pc:sldMkLst>
      </pc:sldChg>
      <pc:sldChg chg="add del">
        <pc:chgData name="木島 基文" userId="273b0f7e-fc1f-4ec7-9561-f4f2b5eadb53" providerId="ADAL" clId="{33E421B2-CBAF-4127-80CE-7838264E16C0}" dt="2025-12-01T00:52:03.980" v="1487"/>
        <pc:sldMkLst>
          <pc:docMk/>
          <pc:sldMk cId="1968544150" sldId="344"/>
        </pc:sldMkLst>
      </pc:sldChg>
      <pc:sldChg chg="add del">
        <pc:chgData name="木島 基文" userId="273b0f7e-fc1f-4ec7-9561-f4f2b5eadb53" providerId="ADAL" clId="{33E421B2-CBAF-4127-80CE-7838264E16C0}" dt="2025-12-01T00:52:03.980" v="1487"/>
        <pc:sldMkLst>
          <pc:docMk/>
          <pc:sldMk cId="3433491390" sldId="345"/>
        </pc:sldMkLst>
      </pc:sldChg>
      <pc:sldChg chg="add del">
        <pc:chgData name="木島 基文" userId="273b0f7e-fc1f-4ec7-9561-f4f2b5eadb53" providerId="ADAL" clId="{33E421B2-CBAF-4127-80CE-7838264E16C0}" dt="2025-12-01T00:52:03.980" v="1487"/>
        <pc:sldMkLst>
          <pc:docMk/>
          <pc:sldMk cId="1141666481" sldId="346"/>
        </pc:sldMkLst>
      </pc:sldChg>
      <pc:sldChg chg="add del">
        <pc:chgData name="木島 基文" userId="273b0f7e-fc1f-4ec7-9561-f4f2b5eadb53" providerId="ADAL" clId="{33E421B2-CBAF-4127-80CE-7838264E16C0}" dt="2025-12-01T00:52:03.980" v="1487"/>
        <pc:sldMkLst>
          <pc:docMk/>
          <pc:sldMk cId="3111786958" sldId="347"/>
        </pc:sldMkLst>
      </pc:sldChg>
      <pc:sldChg chg="add del">
        <pc:chgData name="木島 基文" userId="273b0f7e-fc1f-4ec7-9561-f4f2b5eadb53" providerId="ADAL" clId="{33E421B2-CBAF-4127-80CE-7838264E16C0}" dt="2025-12-01T00:52:03.980" v="1487"/>
        <pc:sldMkLst>
          <pc:docMk/>
          <pc:sldMk cId="3889205559" sldId="348"/>
        </pc:sldMkLst>
      </pc:sldChg>
      <pc:sldChg chg="add del">
        <pc:chgData name="木島 基文" userId="273b0f7e-fc1f-4ec7-9561-f4f2b5eadb53" providerId="ADAL" clId="{33E421B2-CBAF-4127-80CE-7838264E16C0}" dt="2025-12-01T00:52:03.980" v="1487"/>
        <pc:sldMkLst>
          <pc:docMk/>
          <pc:sldMk cId="24149412" sldId="349"/>
        </pc:sldMkLst>
      </pc:sldChg>
      <pc:sldChg chg="add del">
        <pc:chgData name="木島 基文" userId="273b0f7e-fc1f-4ec7-9561-f4f2b5eadb53" providerId="ADAL" clId="{33E421B2-CBAF-4127-80CE-7838264E16C0}" dt="2025-12-01T00:52:03.980" v="1487"/>
        <pc:sldMkLst>
          <pc:docMk/>
          <pc:sldMk cId="3411729958" sldId="350"/>
        </pc:sldMkLst>
      </pc:sldChg>
      <pc:sldChg chg="add del">
        <pc:chgData name="木島 基文" userId="273b0f7e-fc1f-4ec7-9561-f4f2b5eadb53" providerId="ADAL" clId="{33E421B2-CBAF-4127-80CE-7838264E16C0}" dt="2025-12-01T00:52:03.980" v="1487"/>
        <pc:sldMkLst>
          <pc:docMk/>
          <pc:sldMk cId="2516974974" sldId="351"/>
        </pc:sldMkLst>
      </pc:sldChg>
      <pc:sldChg chg="add del">
        <pc:chgData name="木島 基文" userId="273b0f7e-fc1f-4ec7-9561-f4f2b5eadb53" providerId="ADAL" clId="{33E421B2-CBAF-4127-80CE-7838264E16C0}" dt="2025-12-01T00:52:03.980" v="1487"/>
        <pc:sldMkLst>
          <pc:docMk/>
          <pc:sldMk cId="3423167037" sldId="352"/>
        </pc:sldMkLst>
      </pc:sldChg>
      <pc:sldChg chg="add del">
        <pc:chgData name="木島 基文" userId="273b0f7e-fc1f-4ec7-9561-f4f2b5eadb53" providerId="ADAL" clId="{33E421B2-CBAF-4127-80CE-7838264E16C0}" dt="2025-12-01T00:52:03.980" v="1487"/>
        <pc:sldMkLst>
          <pc:docMk/>
          <pc:sldMk cId="3069773599" sldId="353"/>
        </pc:sldMkLst>
      </pc:sldChg>
      <pc:sldChg chg="add del">
        <pc:chgData name="木島 基文" userId="273b0f7e-fc1f-4ec7-9561-f4f2b5eadb53" providerId="ADAL" clId="{33E421B2-CBAF-4127-80CE-7838264E16C0}" dt="2025-12-01T00:52:03.980" v="1487"/>
        <pc:sldMkLst>
          <pc:docMk/>
          <pc:sldMk cId="2239410622" sldId="354"/>
        </pc:sldMkLst>
      </pc:sldChg>
      <pc:sldChg chg="add del">
        <pc:chgData name="木島 基文" userId="273b0f7e-fc1f-4ec7-9561-f4f2b5eadb53" providerId="ADAL" clId="{33E421B2-CBAF-4127-80CE-7838264E16C0}" dt="2025-12-01T00:52:03.980" v="1487"/>
        <pc:sldMkLst>
          <pc:docMk/>
          <pc:sldMk cId="3391650673" sldId="355"/>
        </pc:sldMkLst>
      </pc:sldChg>
      <pc:sldChg chg="add del">
        <pc:chgData name="木島 基文" userId="273b0f7e-fc1f-4ec7-9561-f4f2b5eadb53" providerId="ADAL" clId="{33E421B2-CBAF-4127-80CE-7838264E16C0}" dt="2025-12-01T00:52:03.980" v="1487"/>
        <pc:sldMkLst>
          <pc:docMk/>
          <pc:sldMk cId="1148708901" sldId="356"/>
        </pc:sldMkLst>
      </pc:sldChg>
      <pc:sldChg chg="add del">
        <pc:chgData name="木島 基文" userId="273b0f7e-fc1f-4ec7-9561-f4f2b5eadb53" providerId="ADAL" clId="{33E421B2-CBAF-4127-80CE-7838264E16C0}" dt="2025-12-01T00:52:03.980" v="1487"/>
        <pc:sldMkLst>
          <pc:docMk/>
          <pc:sldMk cId="836582113" sldId="357"/>
        </pc:sldMkLst>
      </pc:sldChg>
      <pc:sldChg chg="add del">
        <pc:chgData name="木島 基文" userId="273b0f7e-fc1f-4ec7-9561-f4f2b5eadb53" providerId="ADAL" clId="{33E421B2-CBAF-4127-80CE-7838264E16C0}" dt="2025-12-01T00:52:03.980" v="1487"/>
        <pc:sldMkLst>
          <pc:docMk/>
          <pc:sldMk cId="4211702270" sldId="358"/>
        </pc:sldMkLst>
      </pc:sldChg>
      <pc:sldChg chg="add del">
        <pc:chgData name="木島 基文" userId="273b0f7e-fc1f-4ec7-9561-f4f2b5eadb53" providerId="ADAL" clId="{33E421B2-CBAF-4127-80CE-7838264E16C0}" dt="2025-12-01T00:52:03.980" v="1487"/>
        <pc:sldMkLst>
          <pc:docMk/>
          <pc:sldMk cId="1295337598" sldId="359"/>
        </pc:sldMkLst>
      </pc:sldChg>
      <pc:sldChg chg="add del">
        <pc:chgData name="木島 基文" userId="273b0f7e-fc1f-4ec7-9561-f4f2b5eadb53" providerId="ADAL" clId="{33E421B2-CBAF-4127-80CE-7838264E16C0}" dt="2025-12-01T00:52:03.980" v="1487"/>
        <pc:sldMkLst>
          <pc:docMk/>
          <pc:sldMk cId="3984643121" sldId="360"/>
        </pc:sldMkLst>
      </pc:sldChg>
      <pc:sldChg chg="add del">
        <pc:chgData name="木島 基文" userId="273b0f7e-fc1f-4ec7-9561-f4f2b5eadb53" providerId="ADAL" clId="{33E421B2-CBAF-4127-80CE-7838264E16C0}" dt="2025-12-01T00:52:03.980" v="1487"/>
        <pc:sldMkLst>
          <pc:docMk/>
          <pc:sldMk cId="1047338307" sldId="361"/>
        </pc:sldMkLst>
      </pc:sldChg>
      <pc:sldChg chg="add del">
        <pc:chgData name="木島 基文" userId="273b0f7e-fc1f-4ec7-9561-f4f2b5eadb53" providerId="ADAL" clId="{33E421B2-CBAF-4127-80CE-7838264E16C0}" dt="2025-12-01T00:52:03.980" v="1487"/>
        <pc:sldMkLst>
          <pc:docMk/>
          <pc:sldMk cId="3621105081" sldId="362"/>
        </pc:sldMkLst>
      </pc:sldChg>
      <pc:sldChg chg="add del">
        <pc:chgData name="木島 基文" userId="273b0f7e-fc1f-4ec7-9561-f4f2b5eadb53" providerId="ADAL" clId="{33E421B2-CBAF-4127-80CE-7838264E16C0}" dt="2025-12-01T00:52:03.980" v="1487"/>
        <pc:sldMkLst>
          <pc:docMk/>
          <pc:sldMk cId="2960701049" sldId="363"/>
        </pc:sldMkLst>
      </pc:sldChg>
      <pc:sldChg chg="add del">
        <pc:chgData name="木島 基文" userId="273b0f7e-fc1f-4ec7-9561-f4f2b5eadb53" providerId="ADAL" clId="{33E421B2-CBAF-4127-80CE-7838264E16C0}" dt="2025-12-01T00:52:03.980" v="1487"/>
        <pc:sldMkLst>
          <pc:docMk/>
          <pc:sldMk cId="2832799066" sldId="364"/>
        </pc:sldMkLst>
      </pc:sldChg>
      <pc:sldChg chg="add del">
        <pc:chgData name="木島 基文" userId="273b0f7e-fc1f-4ec7-9561-f4f2b5eadb53" providerId="ADAL" clId="{33E421B2-CBAF-4127-80CE-7838264E16C0}" dt="2025-12-01T00:52:03.980" v="1487"/>
        <pc:sldMkLst>
          <pc:docMk/>
          <pc:sldMk cId="1382081165" sldId="365"/>
        </pc:sldMkLst>
      </pc:sldChg>
      <pc:sldChg chg="add del">
        <pc:chgData name="木島 基文" userId="273b0f7e-fc1f-4ec7-9561-f4f2b5eadb53" providerId="ADAL" clId="{33E421B2-CBAF-4127-80CE-7838264E16C0}" dt="2025-12-01T00:52:03.980" v="1487"/>
        <pc:sldMkLst>
          <pc:docMk/>
          <pc:sldMk cId="1875528585" sldId="366"/>
        </pc:sldMkLst>
      </pc:sldChg>
      <pc:sldChg chg="add del">
        <pc:chgData name="木島 基文" userId="273b0f7e-fc1f-4ec7-9561-f4f2b5eadb53" providerId="ADAL" clId="{33E421B2-CBAF-4127-80CE-7838264E16C0}" dt="2025-12-01T00:52:03.980" v="1487"/>
        <pc:sldMkLst>
          <pc:docMk/>
          <pc:sldMk cId="527477782" sldId="367"/>
        </pc:sldMkLst>
      </pc:sldChg>
      <pc:sldChg chg="add del">
        <pc:chgData name="木島 基文" userId="273b0f7e-fc1f-4ec7-9561-f4f2b5eadb53" providerId="ADAL" clId="{33E421B2-CBAF-4127-80CE-7838264E16C0}" dt="2025-12-01T00:52:03.980" v="1487"/>
        <pc:sldMkLst>
          <pc:docMk/>
          <pc:sldMk cId="505973623" sldId="368"/>
        </pc:sldMkLst>
      </pc:sldChg>
      <pc:sldChg chg="add del">
        <pc:chgData name="木島 基文" userId="273b0f7e-fc1f-4ec7-9561-f4f2b5eadb53" providerId="ADAL" clId="{33E421B2-CBAF-4127-80CE-7838264E16C0}" dt="2025-12-01T00:52:03.980" v="1487"/>
        <pc:sldMkLst>
          <pc:docMk/>
          <pc:sldMk cId="3110300465" sldId="369"/>
        </pc:sldMkLst>
      </pc:sldChg>
      <pc:sldChg chg="add del">
        <pc:chgData name="木島 基文" userId="273b0f7e-fc1f-4ec7-9561-f4f2b5eadb53" providerId="ADAL" clId="{33E421B2-CBAF-4127-80CE-7838264E16C0}" dt="2025-12-01T00:52:03.980" v="1487"/>
        <pc:sldMkLst>
          <pc:docMk/>
          <pc:sldMk cId="1207310838" sldId="370"/>
        </pc:sldMkLst>
      </pc:sldChg>
      <pc:sldChg chg="add del">
        <pc:chgData name="木島 基文" userId="273b0f7e-fc1f-4ec7-9561-f4f2b5eadb53" providerId="ADAL" clId="{33E421B2-CBAF-4127-80CE-7838264E16C0}" dt="2025-12-01T00:52:03.980" v="1487"/>
        <pc:sldMkLst>
          <pc:docMk/>
          <pc:sldMk cId="1545450455" sldId="371"/>
        </pc:sldMkLst>
      </pc:sldChg>
      <pc:sldChg chg="add del">
        <pc:chgData name="木島 基文" userId="273b0f7e-fc1f-4ec7-9561-f4f2b5eadb53" providerId="ADAL" clId="{33E421B2-CBAF-4127-80CE-7838264E16C0}" dt="2025-12-01T00:52:03.980" v="1487"/>
        <pc:sldMkLst>
          <pc:docMk/>
          <pc:sldMk cId="791906288" sldId="372"/>
        </pc:sldMkLst>
      </pc:sldChg>
      <pc:sldChg chg="add del">
        <pc:chgData name="木島 基文" userId="273b0f7e-fc1f-4ec7-9561-f4f2b5eadb53" providerId="ADAL" clId="{33E421B2-CBAF-4127-80CE-7838264E16C0}" dt="2025-12-01T00:52:03.980" v="1487"/>
        <pc:sldMkLst>
          <pc:docMk/>
          <pc:sldMk cId="4148141320" sldId="373"/>
        </pc:sldMkLst>
      </pc:sldChg>
      <pc:sldChg chg="add del">
        <pc:chgData name="木島 基文" userId="273b0f7e-fc1f-4ec7-9561-f4f2b5eadb53" providerId="ADAL" clId="{33E421B2-CBAF-4127-80CE-7838264E16C0}" dt="2025-12-01T00:52:03.980" v="1487"/>
        <pc:sldMkLst>
          <pc:docMk/>
          <pc:sldMk cId="1010642770" sldId="374"/>
        </pc:sldMkLst>
      </pc:sldChg>
      <pc:sldChg chg="add del">
        <pc:chgData name="木島 基文" userId="273b0f7e-fc1f-4ec7-9561-f4f2b5eadb53" providerId="ADAL" clId="{33E421B2-CBAF-4127-80CE-7838264E16C0}" dt="2025-12-01T00:52:03.980" v="1487"/>
        <pc:sldMkLst>
          <pc:docMk/>
          <pc:sldMk cId="1589272022" sldId="375"/>
        </pc:sldMkLst>
      </pc:sldChg>
      <pc:sldChg chg="add del">
        <pc:chgData name="木島 基文" userId="273b0f7e-fc1f-4ec7-9561-f4f2b5eadb53" providerId="ADAL" clId="{33E421B2-CBAF-4127-80CE-7838264E16C0}" dt="2025-12-01T00:52:03.980" v="1487"/>
        <pc:sldMkLst>
          <pc:docMk/>
          <pc:sldMk cId="2274133429" sldId="376"/>
        </pc:sldMkLst>
      </pc:sldChg>
      <pc:sldChg chg="add del">
        <pc:chgData name="木島 基文" userId="273b0f7e-fc1f-4ec7-9561-f4f2b5eadb53" providerId="ADAL" clId="{33E421B2-CBAF-4127-80CE-7838264E16C0}" dt="2025-12-01T00:52:03.980" v="1487"/>
        <pc:sldMkLst>
          <pc:docMk/>
          <pc:sldMk cId="2425663794" sldId="377"/>
        </pc:sldMkLst>
      </pc:sldChg>
      <pc:sldChg chg="add del">
        <pc:chgData name="木島 基文" userId="273b0f7e-fc1f-4ec7-9561-f4f2b5eadb53" providerId="ADAL" clId="{33E421B2-CBAF-4127-80CE-7838264E16C0}" dt="2025-12-01T00:52:03.980" v="1487"/>
        <pc:sldMkLst>
          <pc:docMk/>
          <pc:sldMk cId="2385758879" sldId="378"/>
        </pc:sldMkLst>
      </pc:sldChg>
      <pc:sldChg chg="add del">
        <pc:chgData name="木島 基文" userId="273b0f7e-fc1f-4ec7-9561-f4f2b5eadb53" providerId="ADAL" clId="{33E421B2-CBAF-4127-80CE-7838264E16C0}" dt="2025-12-01T00:52:03.980" v="1487"/>
        <pc:sldMkLst>
          <pc:docMk/>
          <pc:sldMk cId="669847121" sldId="379"/>
        </pc:sldMkLst>
      </pc:sldChg>
      <pc:sldChg chg="add del">
        <pc:chgData name="木島 基文" userId="273b0f7e-fc1f-4ec7-9561-f4f2b5eadb53" providerId="ADAL" clId="{33E421B2-CBAF-4127-80CE-7838264E16C0}" dt="2025-12-01T00:52:03.980" v="1487"/>
        <pc:sldMkLst>
          <pc:docMk/>
          <pc:sldMk cId="4035903772" sldId="380"/>
        </pc:sldMkLst>
      </pc:sldChg>
      <pc:sldChg chg="add del">
        <pc:chgData name="木島 基文" userId="273b0f7e-fc1f-4ec7-9561-f4f2b5eadb53" providerId="ADAL" clId="{33E421B2-CBAF-4127-80CE-7838264E16C0}" dt="2025-12-01T00:52:03.980" v="1487"/>
        <pc:sldMkLst>
          <pc:docMk/>
          <pc:sldMk cId="2224238454" sldId="381"/>
        </pc:sldMkLst>
      </pc:sldChg>
      <pc:sldChg chg="add del">
        <pc:chgData name="木島 基文" userId="273b0f7e-fc1f-4ec7-9561-f4f2b5eadb53" providerId="ADAL" clId="{33E421B2-CBAF-4127-80CE-7838264E16C0}" dt="2025-12-01T00:52:03.980" v="1487"/>
        <pc:sldMkLst>
          <pc:docMk/>
          <pc:sldMk cId="2919087844" sldId="382"/>
        </pc:sldMkLst>
      </pc:sldChg>
      <pc:sldChg chg="add del">
        <pc:chgData name="木島 基文" userId="273b0f7e-fc1f-4ec7-9561-f4f2b5eadb53" providerId="ADAL" clId="{33E421B2-CBAF-4127-80CE-7838264E16C0}" dt="2025-12-01T00:52:03.980" v="1487"/>
        <pc:sldMkLst>
          <pc:docMk/>
          <pc:sldMk cId="4081683876" sldId="383"/>
        </pc:sldMkLst>
      </pc:sldChg>
      <pc:sldChg chg="add del">
        <pc:chgData name="木島 基文" userId="273b0f7e-fc1f-4ec7-9561-f4f2b5eadb53" providerId="ADAL" clId="{33E421B2-CBAF-4127-80CE-7838264E16C0}" dt="2025-12-01T00:52:03.980" v="1487"/>
        <pc:sldMkLst>
          <pc:docMk/>
          <pc:sldMk cId="4080277997" sldId="384"/>
        </pc:sldMkLst>
      </pc:sldChg>
      <pc:sldChg chg="add del">
        <pc:chgData name="木島 基文" userId="273b0f7e-fc1f-4ec7-9561-f4f2b5eadb53" providerId="ADAL" clId="{33E421B2-CBAF-4127-80CE-7838264E16C0}" dt="2025-12-01T00:52:03.980" v="1487"/>
        <pc:sldMkLst>
          <pc:docMk/>
          <pc:sldMk cId="1465008845" sldId="385"/>
        </pc:sldMkLst>
      </pc:sldChg>
      <pc:sldChg chg="delSp modSp add mod ord modClrScheme chgLayout">
        <pc:chgData name="木島 基文" userId="273b0f7e-fc1f-4ec7-9561-f4f2b5eadb53" providerId="ADAL" clId="{33E421B2-CBAF-4127-80CE-7838264E16C0}" dt="2025-12-02T01:40:47.466" v="2411" actId="700"/>
        <pc:sldMkLst>
          <pc:docMk/>
          <pc:sldMk cId="3591893282" sldId="389"/>
        </pc:sldMkLst>
        <pc:spChg chg="mod ord">
          <ac:chgData name="木島 基文" userId="273b0f7e-fc1f-4ec7-9561-f4f2b5eadb53" providerId="ADAL" clId="{33E421B2-CBAF-4127-80CE-7838264E16C0}" dt="2025-12-02T01:40:47.466" v="2411" actId="700"/>
          <ac:spMkLst>
            <pc:docMk/>
            <pc:sldMk cId="3591893282" sldId="389"/>
            <ac:spMk id="4" creationId="{92803387-CF4E-AF8E-53ED-CB936606B4C0}"/>
          </ac:spMkLst>
        </pc:spChg>
        <pc:spChg chg="del mod">
          <ac:chgData name="木島 基文" userId="273b0f7e-fc1f-4ec7-9561-f4f2b5eadb53" providerId="ADAL" clId="{33E421B2-CBAF-4127-80CE-7838264E16C0}" dt="2025-12-02T01:20:04.887" v="2330" actId="478"/>
          <ac:spMkLst>
            <pc:docMk/>
            <pc:sldMk cId="3591893282" sldId="389"/>
            <ac:spMk id="32" creationId="{36F867E9-65D0-9A25-DC52-4D402FCE51A4}"/>
          </ac:spMkLst>
        </pc:spChg>
      </pc:sldChg>
      <pc:sldChg chg="addSp delSp modSp add mod ord modClrScheme chgLayout">
        <pc:chgData name="木島 基文" userId="273b0f7e-fc1f-4ec7-9561-f4f2b5eadb53" providerId="ADAL" clId="{33E421B2-CBAF-4127-80CE-7838264E16C0}" dt="2025-12-02T01:52:17.472" v="2561" actId="14100"/>
        <pc:sldMkLst>
          <pc:docMk/>
          <pc:sldMk cId="2917706600" sldId="390"/>
        </pc:sldMkLst>
        <pc:spChg chg="del mod">
          <ac:chgData name="木島 基文" userId="273b0f7e-fc1f-4ec7-9561-f4f2b5eadb53" providerId="ADAL" clId="{33E421B2-CBAF-4127-80CE-7838264E16C0}" dt="2025-12-02T01:20:00.068" v="2328" actId="478"/>
          <ac:spMkLst>
            <pc:docMk/>
            <pc:sldMk cId="2917706600" sldId="390"/>
            <ac:spMk id="2" creationId="{32053FE3-D05B-301F-972E-1DF8009213C2}"/>
          </ac:spMkLst>
        </pc:spChg>
        <pc:spChg chg="add del mod ord">
          <ac:chgData name="木島 基文" userId="273b0f7e-fc1f-4ec7-9561-f4f2b5eadb53" providerId="ADAL" clId="{33E421B2-CBAF-4127-80CE-7838264E16C0}" dt="2025-12-02T01:34:33.884" v="2393" actId="700"/>
          <ac:spMkLst>
            <pc:docMk/>
            <pc:sldMk cId="2917706600" sldId="390"/>
            <ac:spMk id="3" creationId="{439DC99D-9D53-1760-3A41-DE120F51F8C1}"/>
          </ac:spMkLst>
        </pc:spChg>
        <pc:spChg chg="mod ord">
          <ac:chgData name="木島 基文" userId="273b0f7e-fc1f-4ec7-9561-f4f2b5eadb53" providerId="ADAL" clId="{33E421B2-CBAF-4127-80CE-7838264E16C0}" dt="2025-12-02T01:45:53.355" v="2452" actId="20577"/>
          <ac:spMkLst>
            <pc:docMk/>
            <pc:sldMk cId="2917706600" sldId="390"/>
            <ac:spMk id="4" creationId="{6827EA14-2F83-3F63-1235-89CC0FF171F5}"/>
          </ac:spMkLst>
        </pc:spChg>
        <pc:spChg chg="mod">
          <ac:chgData name="木島 基文" userId="273b0f7e-fc1f-4ec7-9561-f4f2b5eadb53" providerId="ADAL" clId="{33E421B2-CBAF-4127-80CE-7838264E16C0}" dt="2025-12-02T01:51:55.946" v="2556" actId="14100"/>
          <ac:spMkLst>
            <pc:docMk/>
            <pc:sldMk cId="2917706600" sldId="390"/>
            <ac:spMk id="20" creationId="{4D93FBF9-2696-4C93-236B-9C8C63D7CFCD}"/>
          </ac:spMkLst>
        </pc:spChg>
        <pc:spChg chg="mod">
          <ac:chgData name="木島 基文" userId="273b0f7e-fc1f-4ec7-9561-f4f2b5eadb53" providerId="ADAL" clId="{33E421B2-CBAF-4127-80CE-7838264E16C0}" dt="2025-12-02T01:51:46.289" v="2553" actId="14100"/>
          <ac:spMkLst>
            <pc:docMk/>
            <pc:sldMk cId="2917706600" sldId="390"/>
            <ac:spMk id="23" creationId="{3237BE7D-8C68-728E-EE14-228C812F3A0E}"/>
          </ac:spMkLst>
        </pc:spChg>
        <pc:spChg chg="mod">
          <ac:chgData name="木島 基文" userId="273b0f7e-fc1f-4ec7-9561-f4f2b5eadb53" providerId="ADAL" clId="{33E421B2-CBAF-4127-80CE-7838264E16C0}" dt="2025-12-02T01:46:37.585" v="2453" actId="207"/>
          <ac:spMkLst>
            <pc:docMk/>
            <pc:sldMk cId="2917706600" sldId="390"/>
            <ac:spMk id="30" creationId="{5406365E-B0FD-B0B3-8128-77DDA0EC612A}"/>
          </ac:spMkLst>
        </pc:spChg>
        <pc:grpChg chg="mod">
          <ac:chgData name="木島 基文" userId="273b0f7e-fc1f-4ec7-9561-f4f2b5eadb53" providerId="ADAL" clId="{33E421B2-CBAF-4127-80CE-7838264E16C0}" dt="2025-12-02T01:52:09.025" v="2559" actId="14100"/>
          <ac:grpSpMkLst>
            <pc:docMk/>
            <pc:sldMk cId="2917706600" sldId="390"/>
            <ac:grpSpMk id="18" creationId="{18688323-9EB0-1B32-8F3F-342A834B2D99}"/>
          </ac:grpSpMkLst>
        </pc:grpChg>
        <pc:grpChg chg="mod">
          <ac:chgData name="木島 基文" userId="273b0f7e-fc1f-4ec7-9561-f4f2b5eadb53" providerId="ADAL" clId="{33E421B2-CBAF-4127-80CE-7838264E16C0}" dt="2025-12-02T01:51:52.158" v="2555" actId="14100"/>
          <ac:grpSpMkLst>
            <pc:docMk/>
            <pc:sldMk cId="2917706600" sldId="390"/>
            <ac:grpSpMk id="21" creationId="{5DAF9113-44A7-D704-95A1-4903EF7230BB}"/>
          </ac:grpSpMkLst>
        </pc:grpChg>
        <pc:grpChg chg="mod">
          <ac:chgData name="木島 基文" userId="273b0f7e-fc1f-4ec7-9561-f4f2b5eadb53" providerId="ADAL" clId="{33E421B2-CBAF-4127-80CE-7838264E16C0}" dt="2025-12-02T01:52:17.472" v="2561" actId="14100"/>
          <ac:grpSpMkLst>
            <pc:docMk/>
            <pc:sldMk cId="2917706600" sldId="390"/>
            <ac:grpSpMk id="24" creationId="{C1C5B04D-4CA2-247F-D984-2DA229F73A98}"/>
          </ac:grpSpMkLst>
        </pc:grpChg>
      </pc:sldChg>
      <pc:sldChg chg="new del">
        <pc:chgData name="木島 基文" userId="273b0f7e-fc1f-4ec7-9561-f4f2b5eadb53" providerId="ADAL" clId="{33E421B2-CBAF-4127-80CE-7838264E16C0}" dt="2025-12-02T01:34:14.063" v="2383" actId="47"/>
        <pc:sldMkLst>
          <pc:docMk/>
          <pc:sldMk cId="1271101424" sldId="391"/>
        </pc:sldMkLst>
      </pc:sldChg>
      <pc:sldChg chg="modSp new mod ord">
        <pc:chgData name="木島 基文" userId="273b0f7e-fc1f-4ec7-9561-f4f2b5eadb53" providerId="ADAL" clId="{33E421B2-CBAF-4127-80CE-7838264E16C0}" dt="2025-12-02T04:46:27.167" v="3499"/>
        <pc:sldMkLst>
          <pc:docMk/>
          <pc:sldMk cId="2350765451" sldId="391"/>
        </pc:sldMkLst>
        <pc:spChg chg="mod">
          <ac:chgData name="木島 基文" userId="273b0f7e-fc1f-4ec7-9561-f4f2b5eadb53" providerId="ADAL" clId="{33E421B2-CBAF-4127-80CE-7838264E16C0}" dt="2025-12-02T01:49:28.688" v="2499" actId="20577"/>
          <ac:spMkLst>
            <pc:docMk/>
            <pc:sldMk cId="2350765451" sldId="391"/>
            <ac:spMk id="2" creationId="{504A750C-EA29-A081-F030-7B429BFE7A37}"/>
          </ac:spMkLst>
        </pc:spChg>
      </pc:sldChg>
      <pc:sldChg chg="modSp new del mod chgLayout">
        <pc:chgData name="木島 基文" userId="273b0f7e-fc1f-4ec7-9561-f4f2b5eadb53" providerId="ADAL" clId="{33E421B2-CBAF-4127-80CE-7838264E16C0}" dt="2025-12-02T01:44:02.585" v="2437" actId="47"/>
        <pc:sldMkLst>
          <pc:docMk/>
          <pc:sldMk cId="3410926836" sldId="391"/>
        </pc:sldMkLst>
        <pc:spChg chg="mod ord">
          <ac:chgData name="木島 基文" userId="273b0f7e-fc1f-4ec7-9561-f4f2b5eadb53" providerId="ADAL" clId="{33E421B2-CBAF-4127-80CE-7838264E16C0}" dt="2025-12-02T01:43:53.148" v="2435" actId="700"/>
          <ac:spMkLst>
            <pc:docMk/>
            <pc:sldMk cId="3410926836" sldId="391"/>
            <ac:spMk id="2" creationId="{04ED977F-DEC0-2776-56F0-9364AF9021CE}"/>
          </ac:spMkLst>
        </pc:spChg>
      </pc:sldChg>
      <pc:sldChg chg="modSp new del mod">
        <pc:chgData name="木島 基文" userId="273b0f7e-fc1f-4ec7-9561-f4f2b5eadb53" providerId="ADAL" clId="{33E421B2-CBAF-4127-80CE-7838264E16C0}" dt="2025-12-02T01:34:10.619" v="2382" actId="47"/>
        <pc:sldMkLst>
          <pc:docMk/>
          <pc:sldMk cId="2238946722" sldId="392"/>
        </pc:sldMkLst>
        <pc:spChg chg="mod">
          <ac:chgData name="木島 基文" userId="273b0f7e-fc1f-4ec7-9561-f4f2b5eadb53" providerId="ADAL" clId="{33E421B2-CBAF-4127-80CE-7838264E16C0}" dt="2025-12-02T01:34:03.505" v="2381" actId="20577"/>
          <ac:spMkLst>
            <pc:docMk/>
            <pc:sldMk cId="2238946722" sldId="392"/>
            <ac:spMk id="2" creationId="{41D0E407-8AE4-AB20-3008-D241CE586A82}"/>
          </ac:spMkLst>
        </pc:spChg>
      </pc:sldChg>
      <pc:sldChg chg="addSp delSp modSp add mod ord">
        <pc:chgData name="木島 基文" userId="273b0f7e-fc1f-4ec7-9561-f4f2b5eadb53" providerId="ADAL" clId="{33E421B2-CBAF-4127-80CE-7838264E16C0}" dt="2025-12-02T06:24:38.947" v="5724" actId="22"/>
        <pc:sldMkLst>
          <pc:docMk/>
          <pc:sldMk cId="4157945740" sldId="392"/>
        </pc:sldMkLst>
        <pc:picChg chg="add del mod">
          <ac:chgData name="木島 基文" userId="273b0f7e-fc1f-4ec7-9561-f4f2b5eadb53" providerId="ADAL" clId="{33E421B2-CBAF-4127-80CE-7838264E16C0}" dt="2025-12-02T06:24:38.947" v="5724" actId="22"/>
          <ac:picMkLst>
            <pc:docMk/>
            <pc:sldMk cId="4157945740" sldId="392"/>
            <ac:picMk id="4" creationId="{D19F8A36-60BC-DD26-F195-8D6EBB53A199}"/>
          </ac:picMkLst>
        </pc:picChg>
      </pc:sldChg>
      <pc:sldChg chg="modSp add del mod">
        <pc:chgData name="木島 基文" userId="273b0f7e-fc1f-4ec7-9561-f4f2b5eadb53" providerId="ADAL" clId="{33E421B2-CBAF-4127-80CE-7838264E16C0}" dt="2025-12-02T05:45:14.599" v="4794" actId="47"/>
        <pc:sldMkLst>
          <pc:docMk/>
          <pc:sldMk cId="3171060212" sldId="393"/>
        </pc:sldMkLst>
        <pc:spChg chg="mod">
          <ac:chgData name="木島 基文" userId="273b0f7e-fc1f-4ec7-9561-f4f2b5eadb53" providerId="ADAL" clId="{33E421B2-CBAF-4127-80CE-7838264E16C0}" dt="2025-12-02T01:50:25.766" v="2537" actId="20577"/>
          <ac:spMkLst>
            <pc:docMk/>
            <pc:sldMk cId="3171060212" sldId="393"/>
            <ac:spMk id="2" creationId="{504A750C-EA29-A081-F030-7B429BFE7A37}"/>
          </ac:spMkLst>
        </pc:spChg>
      </pc:sldChg>
      <pc:sldChg chg="addSp delSp modSp new mod ord">
        <pc:chgData name="木島 基文" userId="273b0f7e-fc1f-4ec7-9561-f4f2b5eadb53" providerId="ADAL" clId="{33E421B2-CBAF-4127-80CE-7838264E16C0}" dt="2025-12-02T09:40:55.127" v="8122" actId="20577"/>
        <pc:sldMkLst>
          <pc:docMk/>
          <pc:sldMk cId="1426110154" sldId="394"/>
        </pc:sldMkLst>
        <pc:spChg chg="mod">
          <ac:chgData name="木島 基文" userId="273b0f7e-fc1f-4ec7-9561-f4f2b5eadb53" providerId="ADAL" clId="{33E421B2-CBAF-4127-80CE-7838264E16C0}" dt="2025-12-02T04:46:50.159" v="3524" actId="6549"/>
          <ac:spMkLst>
            <pc:docMk/>
            <pc:sldMk cId="1426110154" sldId="394"/>
            <ac:spMk id="2" creationId="{ADEBAE1F-6273-E136-3410-646E66838996}"/>
          </ac:spMkLst>
        </pc:spChg>
        <pc:spChg chg="add del mod">
          <ac:chgData name="木島 基文" userId="273b0f7e-fc1f-4ec7-9561-f4f2b5eadb53" providerId="ADAL" clId="{33E421B2-CBAF-4127-80CE-7838264E16C0}" dt="2025-12-02T04:36:49.327" v="3171" actId="478"/>
          <ac:spMkLst>
            <pc:docMk/>
            <pc:sldMk cId="1426110154" sldId="394"/>
            <ac:spMk id="4" creationId="{1935F03D-63EC-E3EB-476E-DC97CB4D56D5}"/>
          </ac:spMkLst>
        </pc:spChg>
        <pc:spChg chg="add mod">
          <ac:chgData name="木島 基文" userId="273b0f7e-fc1f-4ec7-9561-f4f2b5eadb53" providerId="ADAL" clId="{33E421B2-CBAF-4127-80CE-7838264E16C0}" dt="2025-12-02T04:38:32.758" v="3195" actId="1076"/>
          <ac:spMkLst>
            <pc:docMk/>
            <pc:sldMk cId="1426110154" sldId="394"/>
            <ac:spMk id="5" creationId="{723A000E-24AE-B1E0-4C7C-676476BD383B}"/>
          </ac:spMkLst>
        </pc:spChg>
        <pc:spChg chg="add mod">
          <ac:chgData name="木島 基文" userId="273b0f7e-fc1f-4ec7-9561-f4f2b5eadb53" providerId="ADAL" clId="{33E421B2-CBAF-4127-80CE-7838264E16C0}" dt="2025-12-02T04:42:08.225" v="3260" actId="20577"/>
          <ac:spMkLst>
            <pc:docMk/>
            <pc:sldMk cId="1426110154" sldId="394"/>
            <ac:spMk id="6" creationId="{D9027337-11A1-12A9-B8EF-91D8430A73E4}"/>
          </ac:spMkLst>
        </pc:spChg>
        <pc:graphicFrameChg chg="add mod modGraphic">
          <ac:chgData name="木島 基文" userId="273b0f7e-fc1f-4ec7-9561-f4f2b5eadb53" providerId="ADAL" clId="{33E421B2-CBAF-4127-80CE-7838264E16C0}" dt="2025-12-02T09:40:55.127" v="8122" actId="20577"/>
          <ac:graphicFrameMkLst>
            <pc:docMk/>
            <pc:sldMk cId="1426110154" sldId="394"/>
            <ac:graphicFrameMk id="3" creationId="{08434D3D-B137-5D03-1798-ABBDB7DDB39A}"/>
          </ac:graphicFrameMkLst>
        </pc:graphicFrameChg>
      </pc:sldChg>
      <pc:sldChg chg="addSp delSp modSp add del mod">
        <pc:chgData name="木島 基文" userId="273b0f7e-fc1f-4ec7-9561-f4f2b5eadb53" providerId="ADAL" clId="{33E421B2-CBAF-4127-80CE-7838264E16C0}" dt="2025-12-02T01:54:07.310" v="2567"/>
        <pc:sldMkLst>
          <pc:docMk/>
          <pc:sldMk cId="3732082831" sldId="394"/>
        </pc:sldMkLst>
        <pc:spChg chg="add del">
          <ac:chgData name="木島 基文" userId="273b0f7e-fc1f-4ec7-9561-f4f2b5eadb53" providerId="ADAL" clId="{33E421B2-CBAF-4127-80CE-7838264E16C0}" dt="2025-12-02T01:54:06.845" v="2566" actId="478"/>
          <ac:spMkLst>
            <pc:docMk/>
            <pc:sldMk cId="3732082831" sldId="394"/>
            <ac:spMk id="2" creationId="{1544CAF4-77C4-1632-22E4-53236F3FDE6B}"/>
          </ac:spMkLst>
        </pc:spChg>
        <pc:spChg chg="add del mod">
          <ac:chgData name="木島 基文" userId="273b0f7e-fc1f-4ec7-9561-f4f2b5eadb53" providerId="ADAL" clId="{33E421B2-CBAF-4127-80CE-7838264E16C0}" dt="2025-12-02T01:54:06.845" v="2566" actId="478"/>
          <ac:spMkLst>
            <pc:docMk/>
            <pc:sldMk cId="3732082831" sldId="394"/>
            <ac:spMk id="4" creationId="{FC03D1FF-D72A-0004-CE4D-F077F57EB661}"/>
          </ac:spMkLst>
        </pc:spChg>
      </pc:sldChg>
      <pc:sldChg chg="add">
        <pc:chgData name="木島 基文" userId="273b0f7e-fc1f-4ec7-9561-f4f2b5eadb53" providerId="ADAL" clId="{33E421B2-CBAF-4127-80CE-7838264E16C0}" dt="2025-12-02T05:12:47.099" v="3760"/>
        <pc:sldMkLst>
          <pc:docMk/>
          <pc:sldMk cId="1587306997" sldId="395"/>
        </pc:sldMkLst>
      </pc:sldChg>
      <pc:sldChg chg="addSp delSp modSp add mod ord">
        <pc:chgData name="木島 基文" userId="273b0f7e-fc1f-4ec7-9561-f4f2b5eadb53" providerId="ADAL" clId="{33E421B2-CBAF-4127-80CE-7838264E16C0}" dt="2025-12-02T09:15:24.017" v="7699" actId="1076"/>
        <pc:sldMkLst>
          <pc:docMk/>
          <pc:sldMk cId="3697669898" sldId="396"/>
        </pc:sldMkLst>
        <pc:spChg chg="mod">
          <ac:chgData name="木島 基文" userId="273b0f7e-fc1f-4ec7-9561-f4f2b5eadb53" providerId="ADAL" clId="{33E421B2-CBAF-4127-80CE-7838264E16C0}" dt="2025-12-02T05:40:23.911" v="4712" actId="20577"/>
          <ac:spMkLst>
            <pc:docMk/>
            <pc:sldMk cId="3697669898" sldId="396"/>
            <ac:spMk id="4" creationId="{F6F4C352-2EAF-271F-E30A-5DE441D47DBB}"/>
          </ac:spMkLst>
        </pc:spChg>
        <pc:spChg chg="mod">
          <ac:chgData name="木島 基文" userId="273b0f7e-fc1f-4ec7-9561-f4f2b5eadb53" providerId="ADAL" clId="{33E421B2-CBAF-4127-80CE-7838264E16C0}" dt="2025-12-02T05:19:42.478" v="4161" actId="20577"/>
          <ac:spMkLst>
            <pc:docMk/>
            <pc:sldMk cId="3697669898" sldId="396"/>
            <ac:spMk id="9" creationId="{B50DA3B2-197E-A4BC-FDFD-4D97898B9B1B}"/>
          </ac:spMkLst>
        </pc:spChg>
        <pc:picChg chg="add mod ord">
          <ac:chgData name="木島 基文" userId="273b0f7e-fc1f-4ec7-9561-f4f2b5eadb53" providerId="ADAL" clId="{33E421B2-CBAF-4127-80CE-7838264E16C0}" dt="2025-12-02T09:15:19.307" v="7697" actId="1076"/>
          <ac:picMkLst>
            <pc:docMk/>
            <pc:sldMk cId="3697669898" sldId="396"/>
            <ac:picMk id="3" creationId="{4136E8F5-2CE7-9273-2C92-AB7324724C47}"/>
          </ac:picMkLst>
        </pc:picChg>
        <pc:picChg chg="del mod">
          <ac:chgData name="木島 基文" userId="273b0f7e-fc1f-4ec7-9561-f4f2b5eadb53" providerId="ADAL" clId="{33E421B2-CBAF-4127-80CE-7838264E16C0}" dt="2025-12-02T05:19:46.268" v="4164" actId="478"/>
          <ac:picMkLst>
            <pc:docMk/>
            <pc:sldMk cId="3697669898" sldId="396"/>
            <ac:picMk id="3" creationId="{F69CF836-1B4F-4F0A-3DE1-BC8100CAC7D2}"/>
          </ac:picMkLst>
        </pc:picChg>
        <pc:picChg chg="add del mod modCrop">
          <ac:chgData name="木島 基文" userId="273b0f7e-fc1f-4ec7-9561-f4f2b5eadb53" providerId="ADAL" clId="{33E421B2-CBAF-4127-80CE-7838264E16C0}" dt="2025-12-02T09:15:06.278" v="7690" actId="478"/>
          <ac:picMkLst>
            <pc:docMk/>
            <pc:sldMk cId="3697669898" sldId="396"/>
            <ac:picMk id="5" creationId="{2C24612A-43CF-25B5-A84E-296566650FFB}"/>
          </ac:picMkLst>
        </pc:picChg>
        <pc:picChg chg="add mod modCrop">
          <ac:chgData name="木島 基文" userId="273b0f7e-fc1f-4ec7-9561-f4f2b5eadb53" providerId="ADAL" clId="{33E421B2-CBAF-4127-80CE-7838264E16C0}" dt="2025-12-02T09:15:24.017" v="7699" actId="1076"/>
          <ac:picMkLst>
            <pc:docMk/>
            <pc:sldMk cId="3697669898" sldId="396"/>
            <ac:picMk id="7" creationId="{6E8A7A1E-E89D-CEBD-2C3A-85AE87A4D48B}"/>
          </ac:picMkLst>
        </pc:picChg>
        <pc:picChg chg="del">
          <ac:chgData name="木島 基文" userId="273b0f7e-fc1f-4ec7-9561-f4f2b5eadb53" providerId="ADAL" clId="{33E421B2-CBAF-4127-80CE-7838264E16C0}" dt="2025-12-02T05:19:44.186" v="4162" actId="478"/>
          <ac:picMkLst>
            <pc:docMk/>
            <pc:sldMk cId="3697669898" sldId="396"/>
            <ac:picMk id="17" creationId="{0E56DC32-972C-21AE-94C3-479DC534736F}"/>
          </ac:picMkLst>
        </pc:picChg>
        <pc:cxnChg chg="del">
          <ac:chgData name="木島 基文" userId="273b0f7e-fc1f-4ec7-9561-f4f2b5eadb53" providerId="ADAL" clId="{33E421B2-CBAF-4127-80CE-7838264E16C0}" dt="2025-12-02T05:19:47.040" v="4165" actId="478"/>
          <ac:cxnSpMkLst>
            <pc:docMk/>
            <pc:sldMk cId="3697669898" sldId="396"/>
            <ac:cxnSpMk id="8" creationId="{0CFE6C03-BF61-77F2-8EF2-B098DEE293D7}"/>
          </ac:cxnSpMkLst>
        </pc:cxnChg>
      </pc:sldChg>
      <pc:sldChg chg="addSp delSp modSp add mod ord">
        <pc:chgData name="木島 基文" userId="273b0f7e-fc1f-4ec7-9561-f4f2b5eadb53" providerId="ADAL" clId="{33E421B2-CBAF-4127-80CE-7838264E16C0}" dt="2025-12-02T09:18:51.822" v="7717" actId="1076"/>
        <pc:sldMkLst>
          <pc:docMk/>
          <pc:sldMk cId="3759872061" sldId="397"/>
        </pc:sldMkLst>
        <pc:spChg chg="mod">
          <ac:chgData name="木島 基文" userId="273b0f7e-fc1f-4ec7-9561-f4f2b5eadb53" providerId="ADAL" clId="{33E421B2-CBAF-4127-80CE-7838264E16C0}" dt="2025-12-02T07:23:24.252" v="6695" actId="6549"/>
          <ac:spMkLst>
            <pc:docMk/>
            <pc:sldMk cId="3759872061" sldId="397"/>
            <ac:spMk id="4" creationId="{FC2D6A44-C7E3-82AF-FF58-C7F79FCFE17A}"/>
          </ac:spMkLst>
        </pc:spChg>
        <pc:picChg chg="add del mod">
          <ac:chgData name="木島 基文" userId="273b0f7e-fc1f-4ec7-9561-f4f2b5eadb53" providerId="ADAL" clId="{33E421B2-CBAF-4127-80CE-7838264E16C0}" dt="2025-12-02T09:12:53.746" v="7680" actId="22"/>
          <ac:picMkLst>
            <pc:docMk/>
            <pc:sldMk cId="3759872061" sldId="397"/>
            <ac:picMk id="3" creationId="{68265E48-0DBE-9916-EC3F-C468EAF4734C}"/>
          </ac:picMkLst>
        </pc:picChg>
        <pc:picChg chg="add del mod modCrop">
          <ac:chgData name="木島 基文" userId="273b0f7e-fc1f-4ec7-9561-f4f2b5eadb53" providerId="ADAL" clId="{33E421B2-CBAF-4127-80CE-7838264E16C0}" dt="2025-12-02T05:31:58.462" v="4263" actId="478"/>
          <ac:picMkLst>
            <pc:docMk/>
            <pc:sldMk cId="3759872061" sldId="397"/>
            <ac:picMk id="3" creationId="{9B65183E-86E9-3CDF-C241-698EDA4D9F53}"/>
          </ac:picMkLst>
        </pc:picChg>
        <pc:picChg chg="del">
          <ac:chgData name="木島 基文" userId="273b0f7e-fc1f-4ec7-9561-f4f2b5eadb53" providerId="ADAL" clId="{33E421B2-CBAF-4127-80CE-7838264E16C0}" dt="2025-12-02T05:30:59.321" v="4252" actId="478"/>
          <ac:picMkLst>
            <pc:docMk/>
            <pc:sldMk cId="3759872061" sldId="397"/>
            <ac:picMk id="5" creationId="{A83044EF-7AD2-2C7E-795E-FAF071B16BD5}"/>
          </ac:picMkLst>
        </pc:picChg>
        <pc:picChg chg="add mod modCrop">
          <ac:chgData name="木島 基文" userId="273b0f7e-fc1f-4ec7-9561-f4f2b5eadb53" providerId="ADAL" clId="{33E421B2-CBAF-4127-80CE-7838264E16C0}" dt="2025-12-02T09:18:51.822" v="7717" actId="1076"/>
          <ac:picMkLst>
            <pc:docMk/>
            <pc:sldMk cId="3759872061" sldId="397"/>
            <ac:picMk id="6" creationId="{4213054F-666A-B13F-1E5B-9FB3DB5352CE}"/>
          </ac:picMkLst>
        </pc:picChg>
        <pc:picChg chg="del">
          <ac:chgData name="木島 基文" userId="273b0f7e-fc1f-4ec7-9561-f4f2b5eadb53" providerId="ADAL" clId="{33E421B2-CBAF-4127-80CE-7838264E16C0}" dt="2025-12-02T05:31:00.137" v="4253" actId="478"/>
          <ac:picMkLst>
            <pc:docMk/>
            <pc:sldMk cId="3759872061" sldId="397"/>
            <ac:picMk id="7" creationId="{5BED2949-136E-BEEE-BFEA-F2C7F4814484}"/>
          </ac:picMkLst>
        </pc:picChg>
        <pc:picChg chg="add del mod modCrop">
          <ac:chgData name="木島 基文" userId="273b0f7e-fc1f-4ec7-9561-f4f2b5eadb53" providerId="ADAL" clId="{33E421B2-CBAF-4127-80CE-7838264E16C0}" dt="2025-12-02T09:13:21.329" v="7682" actId="478"/>
          <ac:picMkLst>
            <pc:docMk/>
            <pc:sldMk cId="3759872061" sldId="397"/>
            <ac:picMk id="8" creationId="{8B7E238C-2442-F240-4E15-C91BF8999A10}"/>
          </ac:picMkLst>
        </pc:picChg>
        <pc:picChg chg="add mod modCrop">
          <ac:chgData name="木島 基文" userId="273b0f7e-fc1f-4ec7-9561-f4f2b5eadb53" providerId="ADAL" clId="{33E421B2-CBAF-4127-80CE-7838264E16C0}" dt="2025-12-02T09:18:49.901" v="7716" actId="1076"/>
          <ac:picMkLst>
            <pc:docMk/>
            <pc:sldMk cId="3759872061" sldId="397"/>
            <ac:picMk id="10" creationId="{071F7FFC-E737-C8D1-2FE7-656A1B21ED5F}"/>
          </ac:picMkLst>
        </pc:picChg>
        <pc:picChg chg="add del mod modCrop">
          <ac:chgData name="木島 基文" userId="273b0f7e-fc1f-4ec7-9561-f4f2b5eadb53" providerId="ADAL" clId="{33E421B2-CBAF-4127-80CE-7838264E16C0}" dt="2025-12-02T09:17:45.235" v="7701" actId="478"/>
          <ac:picMkLst>
            <pc:docMk/>
            <pc:sldMk cId="3759872061" sldId="397"/>
            <ac:picMk id="11" creationId="{85F68425-20FC-6D38-2F09-D552097A2F0E}"/>
          </ac:picMkLst>
        </pc:picChg>
      </pc:sldChg>
      <pc:sldChg chg="add">
        <pc:chgData name="木島 基文" userId="273b0f7e-fc1f-4ec7-9561-f4f2b5eadb53" providerId="ADAL" clId="{33E421B2-CBAF-4127-80CE-7838264E16C0}" dt="2025-12-02T05:45:09.333" v="4793"/>
        <pc:sldMkLst>
          <pc:docMk/>
          <pc:sldMk cId="3651733728" sldId="398"/>
        </pc:sldMkLst>
      </pc:sldChg>
      <pc:sldChg chg="modSp add mod ord">
        <pc:chgData name="木島 基文" userId="273b0f7e-fc1f-4ec7-9561-f4f2b5eadb53" providerId="ADAL" clId="{33E421B2-CBAF-4127-80CE-7838264E16C0}" dt="2025-12-02T07:20:15.805" v="6450"/>
        <pc:sldMkLst>
          <pc:docMk/>
          <pc:sldMk cId="1642384737" sldId="399"/>
        </pc:sldMkLst>
        <pc:spChg chg="mod">
          <ac:chgData name="木島 基文" userId="273b0f7e-fc1f-4ec7-9561-f4f2b5eadb53" providerId="ADAL" clId="{33E421B2-CBAF-4127-80CE-7838264E16C0}" dt="2025-12-02T05:54:43.364" v="4918" actId="20577"/>
          <ac:spMkLst>
            <pc:docMk/>
            <pc:sldMk cId="1642384737" sldId="399"/>
            <ac:spMk id="2" creationId="{2F1FEC52-88BD-8106-8E7F-B6252AC9C6F0}"/>
          </ac:spMkLst>
        </pc:spChg>
      </pc:sldChg>
      <pc:sldChg chg="addSp delSp modSp add mod ord">
        <pc:chgData name="木島 基文" userId="273b0f7e-fc1f-4ec7-9561-f4f2b5eadb53" providerId="ADAL" clId="{33E421B2-CBAF-4127-80CE-7838264E16C0}" dt="2025-12-02T06:24:19.083" v="5720" actId="478"/>
        <pc:sldMkLst>
          <pc:docMk/>
          <pc:sldMk cId="1520140071" sldId="400"/>
        </pc:sldMkLst>
        <pc:spChg chg="mod">
          <ac:chgData name="木島 基文" userId="273b0f7e-fc1f-4ec7-9561-f4f2b5eadb53" providerId="ADAL" clId="{33E421B2-CBAF-4127-80CE-7838264E16C0}" dt="2025-12-02T06:15:33.757" v="5400" actId="20577"/>
          <ac:spMkLst>
            <pc:docMk/>
            <pc:sldMk cId="1520140071" sldId="400"/>
            <ac:spMk id="4" creationId="{01BB0526-75D7-DABE-6DC6-5A10E03D801C}"/>
          </ac:spMkLst>
        </pc:spChg>
        <pc:spChg chg="mod">
          <ac:chgData name="木島 基文" userId="273b0f7e-fc1f-4ec7-9561-f4f2b5eadb53" providerId="ADAL" clId="{33E421B2-CBAF-4127-80CE-7838264E16C0}" dt="2025-12-02T06:10:20.850" v="4985" actId="20577"/>
          <ac:spMkLst>
            <pc:docMk/>
            <pc:sldMk cId="1520140071" sldId="400"/>
            <ac:spMk id="9" creationId="{2E56D37A-7D4B-945E-8A82-BCCD81D847F5}"/>
          </ac:spMkLst>
        </pc:spChg>
        <pc:picChg chg="add mod ord modCrop">
          <ac:chgData name="木島 基文" userId="273b0f7e-fc1f-4ec7-9561-f4f2b5eadb53" providerId="ADAL" clId="{33E421B2-CBAF-4127-80CE-7838264E16C0}" dt="2025-12-02T06:11:58.413" v="5091" actId="1076"/>
          <ac:picMkLst>
            <pc:docMk/>
            <pc:sldMk cId="1520140071" sldId="400"/>
            <ac:picMk id="3" creationId="{CA9EC337-4F83-E18F-EC36-FF70FC4CDBAC}"/>
          </ac:picMkLst>
        </pc:picChg>
        <pc:picChg chg="del">
          <ac:chgData name="木島 基文" userId="273b0f7e-fc1f-4ec7-9561-f4f2b5eadb53" providerId="ADAL" clId="{33E421B2-CBAF-4127-80CE-7838264E16C0}" dt="2025-12-02T06:02:40.196" v="4923" actId="478"/>
          <ac:picMkLst>
            <pc:docMk/>
            <pc:sldMk cId="1520140071" sldId="400"/>
            <ac:picMk id="6" creationId="{62BB5F2B-2ADB-EB0D-CE9F-E64087BF25EB}"/>
          </ac:picMkLst>
        </pc:picChg>
        <pc:picChg chg="add del mod modCrop">
          <ac:chgData name="木島 基文" userId="273b0f7e-fc1f-4ec7-9561-f4f2b5eadb53" providerId="ADAL" clId="{33E421B2-CBAF-4127-80CE-7838264E16C0}" dt="2025-12-02T06:24:19.083" v="5720" actId="478"/>
          <ac:picMkLst>
            <pc:docMk/>
            <pc:sldMk cId="1520140071" sldId="400"/>
            <ac:picMk id="7" creationId="{3DF605ED-44F5-5B19-9356-A04DC92ADB80}"/>
          </ac:picMkLst>
        </pc:picChg>
        <pc:picChg chg="del">
          <ac:chgData name="木島 基文" userId="273b0f7e-fc1f-4ec7-9561-f4f2b5eadb53" providerId="ADAL" clId="{33E421B2-CBAF-4127-80CE-7838264E16C0}" dt="2025-12-02T06:02:37.327" v="4922" actId="478"/>
          <ac:picMkLst>
            <pc:docMk/>
            <pc:sldMk cId="1520140071" sldId="400"/>
            <ac:picMk id="8" creationId="{E6F61D70-DEB1-21C6-5AA6-2D10A9C888B7}"/>
          </ac:picMkLst>
        </pc:picChg>
      </pc:sldChg>
      <pc:sldChg chg="addSp delSp modSp add mod">
        <pc:chgData name="木島 基文" userId="273b0f7e-fc1f-4ec7-9561-f4f2b5eadb53" providerId="ADAL" clId="{33E421B2-CBAF-4127-80CE-7838264E16C0}" dt="2025-12-02T07:22:11.842" v="6661" actId="6549"/>
        <pc:sldMkLst>
          <pc:docMk/>
          <pc:sldMk cId="137782313" sldId="401"/>
        </pc:sldMkLst>
        <pc:spChg chg="mod">
          <ac:chgData name="木島 基文" userId="273b0f7e-fc1f-4ec7-9561-f4f2b5eadb53" providerId="ADAL" clId="{33E421B2-CBAF-4127-80CE-7838264E16C0}" dt="2025-12-02T07:22:11.842" v="6661" actId="6549"/>
          <ac:spMkLst>
            <pc:docMk/>
            <pc:sldMk cId="137782313" sldId="401"/>
            <ac:spMk id="4" creationId="{939A96D7-6298-5066-5D2B-D14257C6A853}"/>
          </ac:spMkLst>
        </pc:spChg>
        <pc:picChg chg="del">
          <ac:chgData name="木島 基文" userId="273b0f7e-fc1f-4ec7-9561-f4f2b5eadb53" providerId="ADAL" clId="{33E421B2-CBAF-4127-80CE-7838264E16C0}" dt="2025-12-02T06:16:50.353" v="5402" actId="478"/>
          <ac:picMkLst>
            <pc:docMk/>
            <pc:sldMk cId="137782313" sldId="401"/>
            <ac:picMk id="3" creationId="{EAC7394D-6B24-D04C-5878-EA9ACEA07AA3}"/>
          </ac:picMkLst>
        </pc:picChg>
        <pc:picChg chg="add del mod modCrop">
          <ac:chgData name="木島 基文" userId="273b0f7e-fc1f-4ec7-9561-f4f2b5eadb53" providerId="ADAL" clId="{33E421B2-CBAF-4127-80CE-7838264E16C0}" dt="2025-12-02T06:22:19.423" v="5610" actId="478"/>
          <ac:picMkLst>
            <pc:docMk/>
            <pc:sldMk cId="137782313" sldId="401"/>
            <ac:picMk id="5" creationId="{D97C51C7-4A4D-E80A-258A-B8C0F5372790}"/>
          </ac:picMkLst>
        </pc:picChg>
        <pc:picChg chg="del mod modCrop">
          <ac:chgData name="木島 基文" userId="273b0f7e-fc1f-4ec7-9561-f4f2b5eadb53" providerId="ADAL" clId="{33E421B2-CBAF-4127-80CE-7838264E16C0}" dt="2025-12-02T06:19:17.952" v="5406" actId="478"/>
          <ac:picMkLst>
            <pc:docMk/>
            <pc:sldMk cId="137782313" sldId="401"/>
            <ac:picMk id="7" creationId="{AC85B980-4997-A466-4207-E1ED3B2F2CA9}"/>
          </ac:picMkLst>
        </pc:picChg>
        <pc:picChg chg="add mod modCrop">
          <ac:chgData name="木島 基文" userId="273b0f7e-fc1f-4ec7-9561-f4f2b5eadb53" providerId="ADAL" clId="{33E421B2-CBAF-4127-80CE-7838264E16C0}" dt="2025-12-02T06:22:59.792" v="5620" actId="1076"/>
          <ac:picMkLst>
            <pc:docMk/>
            <pc:sldMk cId="137782313" sldId="401"/>
            <ac:picMk id="8" creationId="{BBFD6823-4FD8-0A72-472B-09CD0D59B268}"/>
          </ac:picMkLst>
        </pc:picChg>
      </pc:sldChg>
      <pc:sldChg chg="addSp delSp modSp add mod ord">
        <pc:chgData name="木島 基文" userId="273b0f7e-fc1f-4ec7-9561-f4f2b5eadb53" providerId="ADAL" clId="{33E421B2-CBAF-4127-80CE-7838264E16C0}" dt="2025-12-02T07:20:15.805" v="6450"/>
        <pc:sldMkLst>
          <pc:docMk/>
          <pc:sldMk cId="2217550146" sldId="402"/>
        </pc:sldMkLst>
        <pc:spChg chg="mod">
          <ac:chgData name="木島 基文" userId="273b0f7e-fc1f-4ec7-9561-f4f2b5eadb53" providerId="ADAL" clId="{33E421B2-CBAF-4127-80CE-7838264E16C0}" dt="2025-12-02T06:27:44.344" v="5765" actId="20577"/>
          <ac:spMkLst>
            <pc:docMk/>
            <pc:sldMk cId="2217550146" sldId="402"/>
            <ac:spMk id="4" creationId="{37624173-685C-74D9-42C0-E30DBBEAF660}"/>
          </ac:spMkLst>
        </pc:spChg>
        <pc:spChg chg="mod">
          <ac:chgData name="木島 基文" userId="273b0f7e-fc1f-4ec7-9561-f4f2b5eadb53" providerId="ADAL" clId="{33E421B2-CBAF-4127-80CE-7838264E16C0}" dt="2025-12-02T06:25:40.731" v="5752" actId="6549"/>
          <ac:spMkLst>
            <pc:docMk/>
            <pc:sldMk cId="2217550146" sldId="402"/>
            <ac:spMk id="9" creationId="{410B4649-39C3-6CB4-77EA-8AC10EA39100}"/>
          </ac:spMkLst>
        </pc:spChg>
        <pc:picChg chg="del">
          <ac:chgData name="木島 基文" userId="273b0f7e-fc1f-4ec7-9561-f4f2b5eadb53" providerId="ADAL" clId="{33E421B2-CBAF-4127-80CE-7838264E16C0}" dt="2025-12-02T06:27:06.280" v="5753" actId="478"/>
          <ac:picMkLst>
            <pc:docMk/>
            <pc:sldMk cId="2217550146" sldId="402"/>
            <ac:picMk id="3" creationId="{4BA3A4B7-CEDB-90AD-A33C-FDC3C37585E3}"/>
          </ac:picMkLst>
        </pc:picChg>
        <pc:picChg chg="add mod modCrop">
          <ac:chgData name="木島 基文" userId="273b0f7e-fc1f-4ec7-9561-f4f2b5eadb53" providerId="ADAL" clId="{33E421B2-CBAF-4127-80CE-7838264E16C0}" dt="2025-12-02T06:27:32.515" v="5760" actId="1076"/>
          <ac:picMkLst>
            <pc:docMk/>
            <pc:sldMk cId="2217550146" sldId="402"/>
            <ac:picMk id="5" creationId="{AE30B003-2846-7287-EA87-4CD41939D633}"/>
          </ac:picMkLst>
        </pc:picChg>
      </pc:sldChg>
      <pc:sldChg chg="addSp delSp modSp add mod ord">
        <pc:chgData name="木島 基文" userId="273b0f7e-fc1f-4ec7-9561-f4f2b5eadb53" providerId="ADAL" clId="{33E421B2-CBAF-4127-80CE-7838264E16C0}" dt="2025-12-02T09:41:32.061" v="8123" actId="1076"/>
        <pc:sldMkLst>
          <pc:docMk/>
          <pc:sldMk cId="3498573374" sldId="403"/>
        </pc:sldMkLst>
        <pc:spChg chg="mod">
          <ac:chgData name="木島 基文" userId="273b0f7e-fc1f-4ec7-9561-f4f2b5eadb53" providerId="ADAL" clId="{33E421B2-CBAF-4127-80CE-7838264E16C0}" dt="2025-12-02T07:46:39.643" v="6953" actId="20577"/>
          <ac:spMkLst>
            <pc:docMk/>
            <pc:sldMk cId="3498573374" sldId="403"/>
            <ac:spMk id="4" creationId="{7C2EC4AF-377B-2730-0DCE-2E586794D672}"/>
          </ac:spMkLst>
        </pc:spChg>
        <pc:spChg chg="mod">
          <ac:chgData name="木島 基文" userId="273b0f7e-fc1f-4ec7-9561-f4f2b5eadb53" providerId="ADAL" clId="{33E421B2-CBAF-4127-80CE-7838264E16C0}" dt="2025-12-02T06:40:07.712" v="5801" actId="20577"/>
          <ac:spMkLst>
            <pc:docMk/>
            <pc:sldMk cId="3498573374" sldId="403"/>
            <ac:spMk id="9" creationId="{D0EFCA3E-EC8B-9691-6269-7485444054A0}"/>
          </ac:spMkLst>
        </pc:spChg>
        <pc:picChg chg="add mod">
          <ac:chgData name="木島 基文" userId="273b0f7e-fc1f-4ec7-9561-f4f2b5eadb53" providerId="ADAL" clId="{33E421B2-CBAF-4127-80CE-7838264E16C0}" dt="2025-12-02T09:41:32.061" v="8123" actId="1076"/>
          <ac:picMkLst>
            <pc:docMk/>
            <pc:sldMk cId="3498573374" sldId="403"/>
            <ac:picMk id="3" creationId="{2619113A-2F81-B4B3-A5BD-84CD23B42ED6}"/>
          </ac:picMkLst>
        </pc:picChg>
        <pc:picChg chg="del">
          <ac:chgData name="木島 基文" userId="273b0f7e-fc1f-4ec7-9561-f4f2b5eadb53" providerId="ADAL" clId="{33E421B2-CBAF-4127-80CE-7838264E16C0}" dt="2025-12-02T06:33:22.680" v="5766" actId="478"/>
          <ac:picMkLst>
            <pc:docMk/>
            <pc:sldMk cId="3498573374" sldId="403"/>
            <ac:picMk id="8" creationId="{A1687A61-F8B9-99DE-D1B1-85C8C442DB37}"/>
          </ac:picMkLst>
        </pc:picChg>
      </pc:sldChg>
      <pc:sldChg chg="addSp delSp modSp add mod ord">
        <pc:chgData name="木島 基文" userId="273b0f7e-fc1f-4ec7-9561-f4f2b5eadb53" providerId="ADAL" clId="{33E421B2-CBAF-4127-80CE-7838264E16C0}" dt="2025-12-02T09:33:59.287" v="7945" actId="14100"/>
        <pc:sldMkLst>
          <pc:docMk/>
          <pc:sldMk cId="4206257645" sldId="404"/>
        </pc:sldMkLst>
        <pc:spChg chg="mod">
          <ac:chgData name="木島 基文" userId="273b0f7e-fc1f-4ec7-9561-f4f2b5eadb53" providerId="ADAL" clId="{33E421B2-CBAF-4127-80CE-7838264E16C0}" dt="2025-12-02T07:22:21.252" v="6690" actId="6549"/>
          <ac:spMkLst>
            <pc:docMk/>
            <pc:sldMk cId="4206257645" sldId="404"/>
            <ac:spMk id="4" creationId="{B1740C46-7F0E-ADA2-F207-E65ED5BB4FC9}"/>
          </ac:spMkLst>
        </pc:spChg>
        <pc:spChg chg="mod">
          <ac:chgData name="木島 基文" userId="273b0f7e-fc1f-4ec7-9561-f4f2b5eadb53" providerId="ADAL" clId="{33E421B2-CBAF-4127-80CE-7838264E16C0}" dt="2025-12-02T07:04:00.266" v="6120" actId="20577"/>
          <ac:spMkLst>
            <pc:docMk/>
            <pc:sldMk cId="4206257645" sldId="404"/>
            <ac:spMk id="9" creationId="{62369B5E-D906-561F-AC04-8D8E9080459E}"/>
          </ac:spMkLst>
        </pc:spChg>
        <pc:picChg chg="del">
          <ac:chgData name="木島 基文" userId="273b0f7e-fc1f-4ec7-9561-f4f2b5eadb53" providerId="ADAL" clId="{33E421B2-CBAF-4127-80CE-7838264E16C0}" dt="2025-12-02T07:04:45.238" v="6121" actId="478"/>
          <ac:picMkLst>
            <pc:docMk/>
            <pc:sldMk cId="4206257645" sldId="404"/>
            <ac:picMk id="3" creationId="{125C7528-A419-2852-839F-9FBCFCDFE7CD}"/>
          </ac:picMkLst>
        </pc:picChg>
        <pc:picChg chg="add del mod modCrop">
          <ac:chgData name="木島 基文" userId="273b0f7e-fc1f-4ec7-9561-f4f2b5eadb53" providerId="ADAL" clId="{33E421B2-CBAF-4127-80CE-7838264E16C0}" dt="2025-12-02T07:10:14.580" v="6156" actId="478"/>
          <ac:picMkLst>
            <pc:docMk/>
            <pc:sldMk cId="4206257645" sldId="404"/>
            <ac:picMk id="5" creationId="{4AF5AC1D-7C97-3AA7-E568-2C96CED2ECAE}"/>
          </ac:picMkLst>
        </pc:picChg>
        <pc:picChg chg="add mod ord modCrop">
          <ac:chgData name="木島 基文" userId="273b0f7e-fc1f-4ec7-9561-f4f2b5eadb53" providerId="ADAL" clId="{33E421B2-CBAF-4127-80CE-7838264E16C0}" dt="2025-12-02T07:19:02.555" v="6417" actId="1076"/>
          <ac:picMkLst>
            <pc:docMk/>
            <pc:sldMk cId="4206257645" sldId="404"/>
            <ac:picMk id="7" creationId="{1065E9C1-4D96-22C2-EA38-92F43B002EA2}"/>
          </ac:picMkLst>
        </pc:picChg>
        <pc:picChg chg="add del mod">
          <ac:chgData name="木島 基文" userId="273b0f7e-fc1f-4ec7-9561-f4f2b5eadb53" providerId="ADAL" clId="{33E421B2-CBAF-4127-80CE-7838264E16C0}" dt="2025-12-02T07:08:26.838" v="6147" actId="478"/>
          <ac:picMkLst>
            <pc:docMk/>
            <pc:sldMk cId="4206257645" sldId="404"/>
            <ac:picMk id="10" creationId="{D026ED64-F71B-6071-C1E8-3C64B7C0BF57}"/>
          </ac:picMkLst>
        </pc:picChg>
        <pc:picChg chg="add mod ord modCrop">
          <ac:chgData name="木島 基文" userId="273b0f7e-fc1f-4ec7-9561-f4f2b5eadb53" providerId="ADAL" clId="{33E421B2-CBAF-4127-80CE-7838264E16C0}" dt="2025-12-02T07:19:14.280" v="6420" actId="1076"/>
          <ac:picMkLst>
            <pc:docMk/>
            <pc:sldMk cId="4206257645" sldId="404"/>
            <ac:picMk id="12" creationId="{BB7BD828-5692-2046-5DEC-2EC7A223E2D6}"/>
          </ac:picMkLst>
        </pc:picChg>
        <pc:picChg chg="add mod modCrop">
          <ac:chgData name="木島 基文" userId="273b0f7e-fc1f-4ec7-9561-f4f2b5eadb53" providerId="ADAL" clId="{33E421B2-CBAF-4127-80CE-7838264E16C0}" dt="2025-12-02T07:19:25.164" v="6421" actId="1076"/>
          <ac:picMkLst>
            <pc:docMk/>
            <pc:sldMk cId="4206257645" sldId="404"/>
            <ac:picMk id="14" creationId="{8A43A3C9-136C-7763-9A02-5311B378DAFA}"/>
          </ac:picMkLst>
        </pc:picChg>
        <pc:cxnChg chg="add mod">
          <ac:chgData name="木島 基文" userId="273b0f7e-fc1f-4ec7-9561-f4f2b5eadb53" providerId="ADAL" clId="{33E421B2-CBAF-4127-80CE-7838264E16C0}" dt="2025-12-02T09:32:56.776" v="7929" actId="14100"/>
          <ac:cxnSpMkLst>
            <pc:docMk/>
            <pc:sldMk cId="4206257645" sldId="404"/>
            <ac:cxnSpMk id="2" creationId="{A08BDB7C-D336-C30A-A1B1-BE1667611FDB}"/>
          </ac:cxnSpMkLst>
        </pc:cxnChg>
        <pc:cxnChg chg="add mod">
          <ac:chgData name="木島 基文" userId="273b0f7e-fc1f-4ec7-9561-f4f2b5eadb53" providerId="ADAL" clId="{33E421B2-CBAF-4127-80CE-7838264E16C0}" dt="2025-12-02T09:33:05.094" v="7931" actId="14100"/>
          <ac:cxnSpMkLst>
            <pc:docMk/>
            <pc:sldMk cId="4206257645" sldId="404"/>
            <ac:cxnSpMk id="8" creationId="{8D937258-21D7-A521-2819-7E55B92A596D}"/>
          </ac:cxnSpMkLst>
        </pc:cxnChg>
        <pc:cxnChg chg="add del mod">
          <ac:chgData name="木島 基文" userId="273b0f7e-fc1f-4ec7-9561-f4f2b5eadb53" providerId="ADAL" clId="{33E421B2-CBAF-4127-80CE-7838264E16C0}" dt="2025-12-02T09:33:49.848" v="7942" actId="478"/>
          <ac:cxnSpMkLst>
            <pc:docMk/>
            <pc:sldMk cId="4206257645" sldId="404"/>
            <ac:cxnSpMk id="11" creationId="{735793FC-7E5A-FFAD-D849-87FEF7A461F4}"/>
          </ac:cxnSpMkLst>
        </pc:cxnChg>
        <pc:cxnChg chg="add del mod">
          <ac:chgData name="木島 基文" userId="273b0f7e-fc1f-4ec7-9561-f4f2b5eadb53" providerId="ADAL" clId="{33E421B2-CBAF-4127-80CE-7838264E16C0}" dt="2025-12-02T09:33:45.174" v="7941" actId="478"/>
          <ac:cxnSpMkLst>
            <pc:docMk/>
            <pc:sldMk cId="4206257645" sldId="404"/>
            <ac:cxnSpMk id="16" creationId="{ADB4A528-4E32-891C-903D-87D5BB31A0BE}"/>
          </ac:cxnSpMkLst>
        </pc:cxnChg>
        <pc:cxnChg chg="add del mod">
          <ac:chgData name="木島 基文" userId="273b0f7e-fc1f-4ec7-9561-f4f2b5eadb53" providerId="ADAL" clId="{33E421B2-CBAF-4127-80CE-7838264E16C0}" dt="2025-12-02T09:33:43.642" v="7940" actId="478"/>
          <ac:cxnSpMkLst>
            <pc:docMk/>
            <pc:sldMk cId="4206257645" sldId="404"/>
            <ac:cxnSpMk id="18" creationId="{FCBAFB62-0A07-6E6F-A39F-750BE5752BC4}"/>
          </ac:cxnSpMkLst>
        </pc:cxnChg>
        <pc:cxnChg chg="add mod">
          <ac:chgData name="木島 基文" userId="273b0f7e-fc1f-4ec7-9561-f4f2b5eadb53" providerId="ADAL" clId="{33E421B2-CBAF-4127-80CE-7838264E16C0}" dt="2025-12-02T09:33:59.287" v="7945" actId="14100"/>
          <ac:cxnSpMkLst>
            <pc:docMk/>
            <pc:sldMk cId="4206257645" sldId="404"/>
            <ac:cxnSpMk id="21" creationId="{58B6FD9C-7123-DB60-3EB9-6F01FD0371A0}"/>
          </ac:cxnSpMkLst>
        </pc:cxnChg>
      </pc:sldChg>
      <pc:sldChg chg="modSp add mod ord">
        <pc:chgData name="木島 基文" userId="273b0f7e-fc1f-4ec7-9561-f4f2b5eadb53" providerId="ADAL" clId="{33E421B2-CBAF-4127-80CE-7838264E16C0}" dt="2025-12-02T07:13:51.801" v="6325"/>
        <pc:sldMkLst>
          <pc:docMk/>
          <pc:sldMk cId="3074591385" sldId="405"/>
        </pc:sldMkLst>
        <pc:spChg chg="mod">
          <ac:chgData name="木島 基文" userId="273b0f7e-fc1f-4ec7-9561-f4f2b5eadb53" providerId="ADAL" clId="{33E421B2-CBAF-4127-80CE-7838264E16C0}" dt="2025-12-02T07:13:45.653" v="6323" actId="6549"/>
          <ac:spMkLst>
            <pc:docMk/>
            <pc:sldMk cId="3074591385" sldId="405"/>
            <ac:spMk id="2" creationId="{ABAAD6CF-82E4-9C69-5E7F-52865EA4638C}"/>
          </ac:spMkLst>
        </pc:spChg>
      </pc:sldChg>
      <pc:sldChg chg="addSp delSp modSp add mod">
        <pc:chgData name="木島 基文" userId="273b0f7e-fc1f-4ec7-9561-f4f2b5eadb53" providerId="ADAL" clId="{33E421B2-CBAF-4127-80CE-7838264E16C0}" dt="2025-12-02T09:40:04.275" v="8113" actId="20577"/>
        <pc:sldMkLst>
          <pc:docMk/>
          <pc:sldMk cId="3590475977" sldId="406"/>
        </pc:sldMkLst>
        <pc:spChg chg="add del mod">
          <ac:chgData name="木島 基文" userId="273b0f7e-fc1f-4ec7-9561-f4f2b5eadb53" providerId="ADAL" clId="{33E421B2-CBAF-4127-80CE-7838264E16C0}" dt="2025-12-02T09:40:04.275" v="8113" actId="20577"/>
          <ac:spMkLst>
            <pc:docMk/>
            <pc:sldMk cId="3590475977" sldId="406"/>
            <ac:spMk id="4" creationId="{D2A8461E-8814-EEC1-8EB9-D0D4CE285599}"/>
          </ac:spMkLst>
        </pc:spChg>
        <pc:spChg chg="mod">
          <ac:chgData name="木島 基文" userId="273b0f7e-fc1f-4ec7-9561-f4f2b5eadb53" providerId="ADAL" clId="{33E421B2-CBAF-4127-80CE-7838264E16C0}" dt="2025-12-02T08:35:23.546" v="7094" actId="20577"/>
          <ac:spMkLst>
            <pc:docMk/>
            <pc:sldMk cId="3590475977" sldId="406"/>
            <ac:spMk id="9" creationId="{E648E0DC-4A7B-94DE-48C4-24D1663898D4}"/>
          </ac:spMkLst>
        </pc:spChg>
        <pc:picChg chg="add del mod">
          <ac:chgData name="木島 基文" userId="273b0f7e-fc1f-4ec7-9561-f4f2b5eadb53" providerId="ADAL" clId="{33E421B2-CBAF-4127-80CE-7838264E16C0}" dt="2025-12-02T07:27:52.587" v="6707" actId="22"/>
          <ac:picMkLst>
            <pc:docMk/>
            <pc:sldMk cId="3590475977" sldId="406"/>
            <ac:picMk id="3" creationId="{4C962C86-4609-3F48-9CE8-F9C4BE093AC6}"/>
          </ac:picMkLst>
        </pc:picChg>
        <pc:picChg chg="del">
          <ac:chgData name="木島 基文" userId="273b0f7e-fc1f-4ec7-9561-f4f2b5eadb53" providerId="ADAL" clId="{33E421B2-CBAF-4127-80CE-7838264E16C0}" dt="2025-12-02T07:15:16.693" v="6349" actId="478"/>
          <ac:picMkLst>
            <pc:docMk/>
            <pc:sldMk cId="3590475977" sldId="406"/>
            <ac:picMk id="8" creationId="{D6B65A7D-5A2D-E71B-729D-68FF673A941B}"/>
          </ac:picMkLst>
        </pc:picChg>
        <pc:picChg chg="del">
          <ac:chgData name="木島 基文" userId="273b0f7e-fc1f-4ec7-9561-f4f2b5eadb53" providerId="ADAL" clId="{33E421B2-CBAF-4127-80CE-7838264E16C0}" dt="2025-12-02T07:15:17.249" v="6350" actId="478"/>
          <ac:picMkLst>
            <pc:docMk/>
            <pc:sldMk cId="3590475977" sldId="406"/>
            <ac:picMk id="11" creationId="{6B940F52-8BA5-B5BA-0498-9F1911A07D82}"/>
          </ac:picMkLst>
        </pc:picChg>
      </pc:sldChg>
      <pc:sldChg chg="add del">
        <pc:chgData name="木島 基文" userId="273b0f7e-fc1f-4ec7-9561-f4f2b5eadb53" providerId="ADAL" clId="{33E421B2-CBAF-4127-80CE-7838264E16C0}" dt="2025-12-02T09:32:16.247" v="7925" actId="47"/>
        <pc:sldMkLst>
          <pc:docMk/>
          <pc:sldMk cId="1044073276" sldId="407"/>
        </pc:sldMkLst>
      </pc:sldChg>
      <pc:sldChg chg="addSp delSp modSp add mod modClrScheme chgLayout">
        <pc:chgData name="木島 基文" userId="273b0f7e-fc1f-4ec7-9561-f4f2b5eadb53" providerId="ADAL" clId="{33E421B2-CBAF-4127-80CE-7838264E16C0}" dt="2025-12-02T07:37:10.457" v="6918" actId="465"/>
        <pc:sldMkLst>
          <pc:docMk/>
          <pc:sldMk cId="1243695816" sldId="408"/>
        </pc:sldMkLst>
        <pc:spChg chg="del">
          <ac:chgData name="木島 基文" userId="273b0f7e-fc1f-4ec7-9561-f4f2b5eadb53" providerId="ADAL" clId="{33E421B2-CBAF-4127-80CE-7838264E16C0}" dt="2025-12-02T07:27:59.522" v="6710" actId="478"/>
          <ac:spMkLst>
            <pc:docMk/>
            <pc:sldMk cId="1243695816" sldId="408"/>
            <ac:spMk id="4" creationId="{67D30FA8-D82D-A30D-A2A9-4C88677AD108}"/>
          </ac:spMkLst>
        </pc:spChg>
        <pc:spChg chg="add del mod ord">
          <ac:chgData name="木島 基文" userId="273b0f7e-fc1f-4ec7-9561-f4f2b5eadb53" providerId="ADAL" clId="{33E421B2-CBAF-4127-80CE-7838264E16C0}" dt="2025-12-02T07:34:27.276" v="6876" actId="478"/>
          <ac:spMkLst>
            <pc:docMk/>
            <pc:sldMk cId="1243695816" sldId="408"/>
            <ac:spMk id="5" creationId="{733C5FB8-62AB-E6FB-FB0E-96781691C6B3}"/>
          </ac:spMkLst>
        </pc:spChg>
        <pc:spChg chg="del mod">
          <ac:chgData name="木島 基文" userId="273b0f7e-fc1f-4ec7-9561-f4f2b5eadb53" providerId="ADAL" clId="{33E421B2-CBAF-4127-80CE-7838264E16C0}" dt="2025-12-02T07:34:32.878" v="6877" actId="478"/>
          <ac:spMkLst>
            <pc:docMk/>
            <pc:sldMk cId="1243695816" sldId="408"/>
            <ac:spMk id="9" creationId="{A330225E-6DE3-982A-FA0B-1F78D43E82FB}"/>
          </ac:spMkLst>
        </pc:spChg>
        <pc:picChg chg="add mod">
          <ac:chgData name="木島 基文" userId="273b0f7e-fc1f-4ec7-9561-f4f2b5eadb53" providerId="ADAL" clId="{33E421B2-CBAF-4127-80CE-7838264E16C0}" dt="2025-12-02T07:37:10.457" v="6918" actId="465"/>
          <ac:picMkLst>
            <pc:docMk/>
            <pc:sldMk cId="1243695816" sldId="408"/>
            <ac:picMk id="3" creationId="{AEFCBE48-5F3B-FBFA-6AA6-F572DEA3A9C7}"/>
          </ac:picMkLst>
        </pc:picChg>
      </pc:sldChg>
      <pc:sldChg chg="add del">
        <pc:chgData name="木島 基文" userId="273b0f7e-fc1f-4ec7-9561-f4f2b5eadb53" providerId="ADAL" clId="{33E421B2-CBAF-4127-80CE-7838264E16C0}" dt="2025-12-02T07:27:51.109" v="6704"/>
        <pc:sldMkLst>
          <pc:docMk/>
          <pc:sldMk cId="2270870265" sldId="408"/>
        </pc:sldMkLst>
      </pc:sldChg>
      <pc:sldChg chg="modSp add mod ord">
        <pc:chgData name="木島 基文" userId="273b0f7e-fc1f-4ec7-9561-f4f2b5eadb53" providerId="ADAL" clId="{33E421B2-CBAF-4127-80CE-7838264E16C0}" dt="2025-12-02T08:35:17.248" v="7092" actId="20577"/>
        <pc:sldMkLst>
          <pc:docMk/>
          <pc:sldMk cId="562996734" sldId="409"/>
        </pc:sldMkLst>
        <pc:spChg chg="mod">
          <ac:chgData name="木島 基文" userId="273b0f7e-fc1f-4ec7-9561-f4f2b5eadb53" providerId="ADAL" clId="{33E421B2-CBAF-4127-80CE-7838264E16C0}" dt="2025-12-02T08:35:17.248" v="7092" actId="20577"/>
          <ac:spMkLst>
            <pc:docMk/>
            <pc:sldMk cId="562996734" sldId="409"/>
            <ac:spMk id="2" creationId="{038C7DED-31FF-6638-2883-94C43D5A1120}"/>
          </ac:spMkLst>
        </pc:spChg>
      </pc:sldChg>
      <pc:sldChg chg="addSp delSp modSp add mod modClrScheme chgLayout">
        <pc:chgData name="木島 基文" userId="273b0f7e-fc1f-4ec7-9561-f4f2b5eadb53" providerId="ADAL" clId="{33E421B2-CBAF-4127-80CE-7838264E16C0}" dt="2025-12-02T07:37:04.092" v="6916" actId="12788"/>
        <pc:sldMkLst>
          <pc:docMk/>
          <pc:sldMk cId="3226631706" sldId="410"/>
        </pc:sldMkLst>
        <pc:spChg chg="add del mod ord">
          <ac:chgData name="木島 基文" userId="273b0f7e-fc1f-4ec7-9561-f4f2b5eadb53" providerId="ADAL" clId="{33E421B2-CBAF-4127-80CE-7838264E16C0}" dt="2025-12-02T07:34:20.282" v="6874" actId="478"/>
          <ac:spMkLst>
            <pc:docMk/>
            <pc:sldMk cId="3226631706" sldId="410"/>
            <ac:spMk id="6" creationId="{BE168057-C360-23EF-696D-AB83FA889B7A}"/>
          </ac:spMkLst>
        </pc:spChg>
        <pc:spChg chg="del">
          <ac:chgData name="木島 基文" userId="273b0f7e-fc1f-4ec7-9561-f4f2b5eadb53" providerId="ADAL" clId="{33E421B2-CBAF-4127-80CE-7838264E16C0}" dt="2025-12-02T07:34:51.324" v="6880" actId="478"/>
          <ac:spMkLst>
            <pc:docMk/>
            <pc:sldMk cId="3226631706" sldId="410"/>
            <ac:spMk id="9" creationId="{547BAB25-BC99-4C23-D96A-C443F61B2161}"/>
          </ac:spMkLst>
        </pc:spChg>
        <pc:picChg chg="del">
          <ac:chgData name="木島 基文" userId="273b0f7e-fc1f-4ec7-9561-f4f2b5eadb53" providerId="ADAL" clId="{33E421B2-CBAF-4127-80CE-7838264E16C0}" dt="2025-12-02T07:29:38.864" v="6812" actId="478"/>
          <ac:picMkLst>
            <pc:docMk/>
            <pc:sldMk cId="3226631706" sldId="410"/>
            <ac:picMk id="3" creationId="{6317CA4A-EDD4-14FB-C0E6-7EA83F1A0D53}"/>
          </ac:picMkLst>
        </pc:picChg>
        <pc:picChg chg="add mod">
          <ac:chgData name="木島 基文" userId="273b0f7e-fc1f-4ec7-9561-f4f2b5eadb53" providerId="ADAL" clId="{33E421B2-CBAF-4127-80CE-7838264E16C0}" dt="2025-12-02T07:37:04.092" v="6916" actId="12788"/>
          <ac:picMkLst>
            <pc:docMk/>
            <pc:sldMk cId="3226631706" sldId="410"/>
            <ac:picMk id="4" creationId="{F8C53296-0C1F-0081-2FB5-D3738CD26A25}"/>
          </ac:picMkLst>
        </pc:picChg>
        <pc:picChg chg="add mod">
          <ac:chgData name="木島 基文" userId="273b0f7e-fc1f-4ec7-9561-f4f2b5eadb53" providerId="ADAL" clId="{33E421B2-CBAF-4127-80CE-7838264E16C0}" dt="2025-12-02T07:29:50.318" v="6818"/>
          <ac:picMkLst>
            <pc:docMk/>
            <pc:sldMk cId="3226631706" sldId="410"/>
            <ac:picMk id="5" creationId="{6696E54A-1DBB-D2EE-BA72-79BF9A664D0B}"/>
          </ac:picMkLst>
        </pc:picChg>
      </pc:sldChg>
      <pc:sldChg chg="addSp delSp modSp add mod modClrScheme chgLayout">
        <pc:chgData name="木島 基文" userId="273b0f7e-fc1f-4ec7-9561-f4f2b5eadb53" providerId="ADAL" clId="{33E421B2-CBAF-4127-80CE-7838264E16C0}" dt="2025-12-02T07:36:58.899" v="6914" actId="465"/>
        <pc:sldMkLst>
          <pc:docMk/>
          <pc:sldMk cId="4173820806" sldId="411"/>
        </pc:sldMkLst>
        <pc:spChg chg="add del mod ord">
          <ac:chgData name="木島 基文" userId="273b0f7e-fc1f-4ec7-9561-f4f2b5eadb53" providerId="ADAL" clId="{33E421B2-CBAF-4127-80CE-7838264E16C0}" dt="2025-12-02T07:34:12.399" v="6872" actId="478"/>
          <ac:spMkLst>
            <pc:docMk/>
            <pc:sldMk cId="4173820806" sldId="411"/>
            <ac:spMk id="5" creationId="{B33BEBFA-5D91-C024-E6C0-58A0C5C27B56}"/>
          </ac:spMkLst>
        </pc:spChg>
        <pc:spChg chg="del">
          <ac:chgData name="木島 基文" userId="273b0f7e-fc1f-4ec7-9561-f4f2b5eadb53" providerId="ADAL" clId="{33E421B2-CBAF-4127-80CE-7838264E16C0}" dt="2025-12-02T07:36:50.715" v="6910" actId="478"/>
          <ac:spMkLst>
            <pc:docMk/>
            <pc:sldMk cId="4173820806" sldId="411"/>
            <ac:spMk id="9" creationId="{256A5079-4793-D464-E7C7-A22BAE89F57F}"/>
          </ac:spMkLst>
        </pc:spChg>
        <pc:picChg chg="add mod">
          <ac:chgData name="木島 基文" userId="273b0f7e-fc1f-4ec7-9561-f4f2b5eadb53" providerId="ADAL" clId="{33E421B2-CBAF-4127-80CE-7838264E16C0}" dt="2025-12-02T07:36:58.899" v="6914" actId="465"/>
          <ac:picMkLst>
            <pc:docMk/>
            <pc:sldMk cId="4173820806" sldId="411"/>
            <ac:picMk id="3" creationId="{5DE73DEE-6F55-22B0-5306-0B7B1DD9DE40}"/>
          </ac:picMkLst>
        </pc:picChg>
        <pc:picChg chg="del">
          <ac:chgData name="木島 基文" userId="273b0f7e-fc1f-4ec7-9561-f4f2b5eadb53" providerId="ADAL" clId="{33E421B2-CBAF-4127-80CE-7838264E16C0}" dt="2025-12-02T07:30:12.853" v="6820" actId="478"/>
          <ac:picMkLst>
            <pc:docMk/>
            <pc:sldMk cId="4173820806" sldId="411"/>
            <ac:picMk id="4" creationId="{ECB58605-AF2B-148B-3A5E-24297D344893}"/>
          </ac:picMkLst>
        </pc:picChg>
      </pc:sldChg>
      <pc:sldChg chg="addSp delSp modSp add mod modClrScheme chgLayout">
        <pc:chgData name="木島 基文" userId="273b0f7e-fc1f-4ec7-9561-f4f2b5eadb53" providerId="ADAL" clId="{33E421B2-CBAF-4127-80CE-7838264E16C0}" dt="2025-12-02T07:36:19.113" v="6896" actId="12788"/>
        <pc:sldMkLst>
          <pc:docMk/>
          <pc:sldMk cId="3490562351" sldId="412"/>
        </pc:sldMkLst>
        <pc:spChg chg="add del mod ord">
          <ac:chgData name="木島 基文" userId="273b0f7e-fc1f-4ec7-9561-f4f2b5eadb53" providerId="ADAL" clId="{33E421B2-CBAF-4127-80CE-7838264E16C0}" dt="2025-12-02T07:34:06.700" v="6870" actId="478"/>
          <ac:spMkLst>
            <pc:docMk/>
            <pc:sldMk cId="3490562351" sldId="412"/>
            <ac:spMk id="5" creationId="{6CB057EA-5226-CB98-F16B-64C2D42E7D2C}"/>
          </ac:spMkLst>
        </pc:spChg>
        <pc:spChg chg="del">
          <ac:chgData name="木島 基文" userId="273b0f7e-fc1f-4ec7-9561-f4f2b5eadb53" providerId="ADAL" clId="{33E421B2-CBAF-4127-80CE-7838264E16C0}" dt="2025-12-02T07:36:14.612" v="6894" actId="478"/>
          <ac:spMkLst>
            <pc:docMk/>
            <pc:sldMk cId="3490562351" sldId="412"/>
            <ac:spMk id="9" creationId="{88E64035-6BE8-EF19-C744-9EE9BDE1ACCC}"/>
          </ac:spMkLst>
        </pc:spChg>
        <pc:picChg chg="del">
          <ac:chgData name="木島 基文" userId="273b0f7e-fc1f-4ec7-9561-f4f2b5eadb53" providerId="ADAL" clId="{33E421B2-CBAF-4127-80CE-7838264E16C0}" dt="2025-12-02T07:30:52.870" v="6827" actId="478"/>
          <ac:picMkLst>
            <pc:docMk/>
            <pc:sldMk cId="3490562351" sldId="412"/>
            <ac:picMk id="3" creationId="{F5722BD8-E94B-9067-B2DD-BFC94B8E6A9E}"/>
          </ac:picMkLst>
        </pc:picChg>
        <pc:picChg chg="add mod">
          <ac:chgData name="木島 基文" userId="273b0f7e-fc1f-4ec7-9561-f4f2b5eadb53" providerId="ADAL" clId="{33E421B2-CBAF-4127-80CE-7838264E16C0}" dt="2025-12-02T07:36:19.113" v="6896" actId="12788"/>
          <ac:picMkLst>
            <pc:docMk/>
            <pc:sldMk cId="3490562351" sldId="412"/>
            <ac:picMk id="4" creationId="{3F5E8FB3-2914-01C2-543B-CA7D1FD7C519}"/>
          </ac:picMkLst>
        </pc:picChg>
      </pc:sldChg>
      <pc:sldChg chg="addSp delSp modSp add mod modClrScheme chgLayout">
        <pc:chgData name="木島 基文" userId="273b0f7e-fc1f-4ec7-9561-f4f2b5eadb53" providerId="ADAL" clId="{33E421B2-CBAF-4127-80CE-7838264E16C0}" dt="2025-12-02T07:36:25.042" v="6898" actId="12788"/>
        <pc:sldMkLst>
          <pc:docMk/>
          <pc:sldMk cId="3768675868" sldId="413"/>
        </pc:sldMkLst>
        <pc:spChg chg="add del mod ord">
          <ac:chgData name="木島 基文" userId="273b0f7e-fc1f-4ec7-9561-f4f2b5eadb53" providerId="ADAL" clId="{33E421B2-CBAF-4127-80CE-7838264E16C0}" dt="2025-12-02T07:33:58.886" v="6868" actId="478"/>
          <ac:spMkLst>
            <pc:docMk/>
            <pc:sldMk cId="3768675868" sldId="413"/>
            <ac:spMk id="5" creationId="{D28CFDAE-A70D-EAB2-E768-B1696839B243}"/>
          </ac:spMkLst>
        </pc:spChg>
        <pc:spChg chg="del">
          <ac:chgData name="木島 基文" userId="273b0f7e-fc1f-4ec7-9561-f4f2b5eadb53" providerId="ADAL" clId="{33E421B2-CBAF-4127-80CE-7838264E16C0}" dt="2025-12-02T07:36:05.684" v="6892" actId="478"/>
          <ac:spMkLst>
            <pc:docMk/>
            <pc:sldMk cId="3768675868" sldId="413"/>
            <ac:spMk id="9" creationId="{9EB9B3E9-8B0F-9EEE-0716-004F29BFF59E}"/>
          </ac:spMkLst>
        </pc:spChg>
        <pc:picChg chg="add mod">
          <ac:chgData name="木島 基文" userId="273b0f7e-fc1f-4ec7-9561-f4f2b5eadb53" providerId="ADAL" clId="{33E421B2-CBAF-4127-80CE-7838264E16C0}" dt="2025-12-02T07:36:25.042" v="6898" actId="12788"/>
          <ac:picMkLst>
            <pc:docMk/>
            <pc:sldMk cId="3768675868" sldId="413"/>
            <ac:picMk id="3" creationId="{94D4090F-0EF5-43D5-1CD5-517AA9F0722C}"/>
          </ac:picMkLst>
        </pc:picChg>
        <pc:picChg chg="del">
          <ac:chgData name="木島 基文" userId="273b0f7e-fc1f-4ec7-9561-f4f2b5eadb53" providerId="ADAL" clId="{33E421B2-CBAF-4127-80CE-7838264E16C0}" dt="2025-12-02T07:31:16.498" v="6836" actId="478"/>
          <ac:picMkLst>
            <pc:docMk/>
            <pc:sldMk cId="3768675868" sldId="413"/>
            <ac:picMk id="4" creationId="{8F7FCAF5-BBD4-6266-96D3-79761AD06797}"/>
          </ac:picMkLst>
        </pc:picChg>
      </pc:sldChg>
      <pc:sldChg chg="addSp delSp modSp add mod modClrScheme chgLayout">
        <pc:chgData name="木島 基文" userId="273b0f7e-fc1f-4ec7-9561-f4f2b5eadb53" providerId="ADAL" clId="{33E421B2-CBAF-4127-80CE-7838264E16C0}" dt="2025-12-02T07:36:29.397" v="6900" actId="12788"/>
        <pc:sldMkLst>
          <pc:docMk/>
          <pc:sldMk cId="3031244002" sldId="414"/>
        </pc:sldMkLst>
        <pc:spChg chg="add del mod ord">
          <ac:chgData name="木島 基文" userId="273b0f7e-fc1f-4ec7-9561-f4f2b5eadb53" providerId="ADAL" clId="{33E421B2-CBAF-4127-80CE-7838264E16C0}" dt="2025-12-02T07:33:50.168" v="6866" actId="478"/>
          <ac:spMkLst>
            <pc:docMk/>
            <pc:sldMk cId="3031244002" sldId="414"/>
            <ac:spMk id="7" creationId="{348DD751-30BF-8EDF-914C-F99F3B0FF3BF}"/>
          </ac:spMkLst>
        </pc:spChg>
        <pc:spChg chg="del mod">
          <ac:chgData name="木島 基文" userId="273b0f7e-fc1f-4ec7-9561-f4f2b5eadb53" providerId="ADAL" clId="{33E421B2-CBAF-4127-80CE-7838264E16C0}" dt="2025-12-02T07:35:55.118" v="6890" actId="478"/>
          <ac:spMkLst>
            <pc:docMk/>
            <pc:sldMk cId="3031244002" sldId="414"/>
            <ac:spMk id="9" creationId="{97980487-356F-D636-D7FF-3E5FB8BDA7A8}"/>
          </ac:spMkLst>
        </pc:spChg>
        <pc:picChg chg="add mod">
          <ac:chgData name="木島 基文" userId="273b0f7e-fc1f-4ec7-9561-f4f2b5eadb53" providerId="ADAL" clId="{33E421B2-CBAF-4127-80CE-7838264E16C0}" dt="2025-12-02T07:36:29.397" v="6900" actId="12788"/>
          <ac:picMkLst>
            <pc:docMk/>
            <pc:sldMk cId="3031244002" sldId="414"/>
            <ac:picMk id="3" creationId="{C01B77B9-A166-A176-6C75-3EE74DA77899}"/>
          </ac:picMkLst>
        </pc:picChg>
        <pc:picChg chg="del">
          <ac:chgData name="木島 基文" userId="273b0f7e-fc1f-4ec7-9561-f4f2b5eadb53" providerId="ADAL" clId="{33E421B2-CBAF-4127-80CE-7838264E16C0}" dt="2025-12-02T07:31:18.303" v="6837" actId="478"/>
          <ac:picMkLst>
            <pc:docMk/>
            <pc:sldMk cId="3031244002" sldId="414"/>
            <ac:picMk id="4" creationId="{2CA4F7FA-2AD8-6A76-969D-4C7845E00C7A}"/>
          </ac:picMkLst>
        </pc:picChg>
        <pc:picChg chg="add del mod">
          <ac:chgData name="木島 基文" userId="273b0f7e-fc1f-4ec7-9561-f4f2b5eadb53" providerId="ADAL" clId="{33E421B2-CBAF-4127-80CE-7838264E16C0}" dt="2025-12-02T07:32:55.636" v="6859" actId="478"/>
          <ac:picMkLst>
            <pc:docMk/>
            <pc:sldMk cId="3031244002" sldId="414"/>
            <ac:picMk id="6" creationId="{B04AB6C7-2A64-EDCA-4BDE-88B2A7D195D3}"/>
          </ac:picMkLst>
        </pc:picChg>
      </pc:sldChg>
      <pc:sldChg chg="addSp delSp modSp add mod modClrScheme chgLayout">
        <pc:chgData name="木島 基文" userId="273b0f7e-fc1f-4ec7-9561-f4f2b5eadb53" providerId="ADAL" clId="{33E421B2-CBAF-4127-80CE-7838264E16C0}" dt="2025-12-02T07:36:41.738" v="6909" actId="465"/>
        <pc:sldMkLst>
          <pc:docMk/>
          <pc:sldMk cId="95958987" sldId="415"/>
        </pc:sldMkLst>
        <pc:spChg chg="add del mod ord">
          <ac:chgData name="木島 基文" userId="273b0f7e-fc1f-4ec7-9561-f4f2b5eadb53" providerId="ADAL" clId="{33E421B2-CBAF-4127-80CE-7838264E16C0}" dt="2025-12-02T07:33:24.920" v="6863" actId="478"/>
          <ac:spMkLst>
            <pc:docMk/>
            <pc:sldMk cId="95958987" sldId="415"/>
            <ac:spMk id="2" creationId="{851EE721-8A87-56D8-32EF-025571BC0FB1}"/>
          </ac:spMkLst>
        </pc:spChg>
        <pc:picChg chg="mod">
          <ac:chgData name="木島 基文" userId="273b0f7e-fc1f-4ec7-9561-f4f2b5eadb53" providerId="ADAL" clId="{33E421B2-CBAF-4127-80CE-7838264E16C0}" dt="2025-12-02T07:36:41.738" v="6909" actId="465"/>
          <ac:picMkLst>
            <pc:docMk/>
            <pc:sldMk cId="95958987" sldId="415"/>
            <ac:picMk id="6" creationId="{FDC23C93-7B85-FBC8-78FF-AD28A57020BB}"/>
          </ac:picMkLst>
        </pc:picChg>
      </pc:sldChg>
      <pc:sldChg chg="addSp delSp modSp add del mod">
        <pc:chgData name="木島 基文" userId="273b0f7e-fc1f-4ec7-9561-f4f2b5eadb53" providerId="ADAL" clId="{33E421B2-CBAF-4127-80CE-7838264E16C0}" dt="2025-12-02T09:30:15.864" v="7903" actId="47"/>
        <pc:sldMkLst>
          <pc:docMk/>
          <pc:sldMk cId="672960064" sldId="416"/>
        </pc:sldMkLst>
        <pc:spChg chg="mod">
          <ac:chgData name="木島 基文" userId="273b0f7e-fc1f-4ec7-9561-f4f2b5eadb53" providerId="ADAL" clId="{33E421B2-CBAF-4127-80CE-7838264E16C0}" dt="2025-12-02T08:52:54.876" v="7467" actId="6549"/>
          <ac:spMkLst>
            <pc:docMk/>
            <pc:sldMk cId="672960064" sldId="416"/>
            <ac:spMk id="4" creationId="{15C44645-DEE6-8304-402E-064F4192329F}"/>
          </ac:spMkLst>
        </pc:spChg>
        <pc:spChg chg="mod">
          <ac:chgData name="木島 基文" userId="273b0f7e-fc1f-4ec7-9561-f4f2b5eadb53" providerId="ADAL" clId="{33E421B2-CBAF-4127-80CE-7838264E16C0}" dt="2025-12-02T08:52:14.699" v="7350" actId="20577"/>
          <ac:spMkLst>
            <pc:docMk/>
            <pc:sldMk cId="672960064" sldId="416"/>
            <ac:spMk id="9" creationId="{E38D8C3B-84D8-78B3-4400-3B1384BBAC3A}"/>
          </ac:spMkLst>
        </pc:spChg>
        <pc:picChg chg="del">
          <ac:chgData name="木島 基文" userId="273b0f7e-fc1f-4ec7-9561-f4f2b5eadb53" providerId="ADAL" clId="{33E421B2-CBAF-4127-80CE-7838264E16C0}" dt="2025-12-02T08:53:13.894" v="7472" actId="478"/>
          <ac:picMkLst>
            <pc:docMk/>
            <pc:sldMk cId="672960064" sldId="416"/>
            <ac:picMk id="3" creationId="{9F2DEB17-BD58-CE98-E9CF-4703CDBA9FDF}"/>
          </ac:picMkLst>
        </pc:picChg>
        <pc:picChg chg="mod modCrop">
          <ac:chgData name="木島 基文" userId="273b0f7e-fc1f-4ec7-9561-f4f2b5eadb53" providerId="ADAL" clId="{33E421B2-CBAF-4127-80CE-7838264E16C0}" dt="2025-12-02T08:53:21.835" v="7474" actId="1076"/>
          <ac:picMkLst>
            <pc:docMk/>
            <pc:sldMk cId="672960064" sldId="416"/>
            <ac:picMk id="5" creationId="{53E8B3F2-D071-4A68-1703-60D5FF8EB548}"/>
          </ac:picMkLst>
        </pc:picChg>
        <pc:picChg chg="add del mod">
          <ac:chgData name="木島 基文" userId="273b0f7e-fc1f-4ec7-9561-f4f2b5eadb53" providerId="ADAL" clId="{33E421B2-CBAF-4127-80CE-7838264E16C0}" dt="2025-12-02T08:53:58.667" v="7478" actId="22"/>
          <ac:picMkLst>
            <pc:docMk/>
            <pc:sldMk cId="672960064" sldId="416"/>
            <ac:picMk id="6" creationId="{04B02BD2-AB86-414B-A193-5053874B9D5A}"/>
          </ac:picMkLst>
        </pc:picChg>
        <pc:picChg chg="add del mod">
          <ac:chgData name="木島 基文" userId="273b0f7e-fc1f-4ec7-9561-f4f2b5eadb53" providerId="ADAL" clId="{33E421B2-CBAF-4127-80CE-7838264E16C0}" dt="2025-12-02T08:57:52.391" v="7519" actId="478"/>
          <ac:picMkLst>
            <pc:docMk/>
            <pc:sldMk cId="672960064" sldId="416"/>
            <ac:picMk id="10" creationId="{D524E6A8-FDCF-58B1-17D5-26B9AC735F4C}"/>
          </ac:picMkLst>
        </pc:picChg>
        <pc:picChg chg="add del mod">
          <ac:chgData name="木島 基文" userId="273b0f7e-fc1f-4ec7-9561-f4f2b5eadb53" providerId="ADAL" clId="{33E421B2-CBAF-4127-80CE-7838264E16C0}" dt="2025-12-02T08:57:51.023" v="7518" actId="478"/>
          <ac:picMkLst>
            <pc:docMk/>
            <pc:sldMk cId="672960064" sldId="416"/>
            <ac:picMk id="12" creationId="{68AA9E47-6268-3CF9-2A15-C6A86EB5CB76}"/>
          </ac:picMkLst>
        </pc:picChg>
        <pc:picChg chg="add del mod">
          <ac:chgData name="木島 基文" userId="273b0f7e-fc1f-4ec7-9561-f4f2b5eadb53" providerId="ADAL" clId="{33E421B2-CBAF-4127-80CE-7838264E16C0}" dt="2025-12-02T08:57:50.310" v="7517" actId="478"/>
          <ac:picMkLst>
            <pc:docMk/>
            <pc:sldMk cId="672960064" sldId="416"/>
            <ac:picMk id="14" creationId="{D72515AD-6BCF-FB66-B5CF-599DCE378727}"/>
          </ac:picMkLst>
        </pc:picChg>
        <pc:picChg chg="add del mod">
          <ac:chgData name="木島 基文" userId="273b0f7e-fc1f-4ec7-9561-f4f2b5eadb53" providerId="ADAL" clId="{33E421B2-CBAF-4127-80CE-7838264E16C0}" dt="2025-12-02T08:57:49.576" v="7516" actId="478"/>
          <ac:picMkLst>
            <pc:docMk/>
            <pc:sldMk cId="672960064" sldId="416"/>
            <ac:picMk id="16" creationId="{91BABDBE-03B4-BFBC-7A8E-6E83F72333EE}"/>
          </ac:picMkLst>
        </pc:picChg>
        <pc:picChg chg="del">
          <ac:chgData name="木島 基文" userId="273b0f7e-fc1f-4ec7-9561-f4f2b5eadb53" providerId="ADAL" clId="{33E421B2-CBAF-4127-80CE-7838264E16C0}" dt="2025-12-02T08:52:57.435" v="7468" actId="478"/>
          <ac:picMkLst>
            <pc:docMk/>
            <pc:sldMk cId="672960064" sldId="416"/>
            <ac:picMk id="17" creationId="{F4673EDA-2733-F136-495D-33A6CB808365}"/>
          </ac:picMkLst>
        </pc:picChg>
        <pc:picChg chg="add del mod">
          <ac:chgData name="木島 基文" userId="273b0f7e-fc1f-4ec7-9561-f4f2b5eadb53" providerId="ADAL" clId="{33E421B2-CBAF-4127-80CE-7838264E16C0}" dt="2025-12-02T08:57:49.009" v="7515" actId="478"/>
          <ac:picMkLst>
            <pc:docMk/>
            <pc:sldMk cId="672960064" sldId="416"/>
            <ac:picMk id="19" creationId="{B6E3D29B-2C1C-FE21-DB4A-3A2B263BB297}"/>
          </ac:picMkLst>
        </pc:picChg>
        <pc:picChg chg="add del mod">
          <ac:chgData name="木島 基文" userId="273b0f7e-fc1f-4ec7-9561-f4f2b5eadb53" providerId="ADAL" clId="{33E421B2-CBAF-4127-80CE-7838264E16C0}" dt="2025-12-02T08:57:47.744" v="7513" actId="478"/>
          <ac:picMkLst>
            <pc:docMk/>
            <pc:sldMk cId="672960064" sldId="416"/>
            <ac:picMk id="21" creationId="{C7BA7F02-1666-7510-4AE6-8B4864EF5A3F}"/>
          </ac:picMkLst>
        </pc:picChg>
        <pc:picChg chg="add del mod">
          <ac:chgData name="木島 基文" userId="273b0f7e-fc1f-4ec7-9561-f4f2b5eadb53" providerId="ADAL" clId="{33E421B2-CBAF-4127-80CE-7838264E16C0}" dt="2025-12-02T08:57:47.058" v="7512" actId="478"/>
          <ac:picMkLst>
            <pc:docMk/>
            <pc:sldMk cId="672960064" sldId="416"/>
            <ac:picMk id="23" creationId="{42A15629-C184-11D9-E9F4-5600AEF30091}"/>
          </ac:picMkLst>
        </pc:picChg>
        <pc:picChg chg="add del mod">
          <ac:chgData name="木島 基文" userId="273b0f7e-fc1f-4ec7-9561-f4f2b5eadb53" providerId="ADAL" clId="{33E421B2-CBAF-4127-80CE-7838264E16C0}" dt="2025-12-02T08:57:46.522" v="7511" actId="478"/>
          <ac:picMkLst>
            <pc:docMk/>
            <pc:sldMk cId="672960064" sldId="416"/>
            <ac:picMk id="25" creationId="{062FA4AA-8A61-47B4-DA87-BF4B7F3C0C98}"/>
          </ac:picMkLst>
        </pc:picChg>
        <pc:cxnChg chg="del">
          <ac:chgData name="木島 基文" userId="273b0f7e-fc1f-4ec7-9561-f4f2b5eadb53" providerId="ADAL" clId="{33E421B2-CBAF-4127-80CE-7838264E16C0}" dt="2025-12-02T08:53:17.520" v="7473" actId="478"/>
          <ac:cxnSpMkLst>
            <pc:docMk/>
            <pc:sldMk cId="672960064" sldId="416"/>
            <ac:cxnSpMk id="8" creationId="{B9D6AE05-D5B1-07C0-3762-EBF336E6DD5D}"/>
          </ac:cxnSpMkLst>
        </pc:cxnChg>
      </pc:sldChg>
      <pc:sldChg chg="addSp delSp modSp add mod ord">
        <pc:chgData name="木島 基文" userId="273b0f7e-fc1f-4ec7-9561-f4f2b5eadb53" providerId="ADAL" clId="{33E421B2-CBAF-4127-80CE-7838264E16C0}" dt="2025-12-02T09:35:10.242" v="7947"/>
        <pc:sldMkLst>
          <pc:docMk/>
          <pc:sldMk cId="567838222" sldId="417"/>
        </pc:sldMkLst>
        <pc:spChg chg="mod">
          <ac:chgData name="木島 基文" userId="273b0f7e-fc1f-4ec7-9561-f4f2b5eadb53" providerId="ADAL" clId="{33E421B2-CBAF-4127-80CE-7838264E16C0}" dt="2025-12-02T09:24:13.799" v="7853" actId="6549"/>
          <ac:spMkLst>
            <pc:docMk/>
            <pc:sldMk cId="567838222" sldId="417"/>
            <ac:spMk id="4" creationId="{1B114F10-9916-9F7B-6268-C730E278A173}"/>
          </ac:spMkLst>
        </pc:spChg>
        <pc:spChg chg="mod">
          <ac:chgData name="木島 基文" userId="273b0f7e-fc1f-4ec7-9561-f4f2b5eadb53" providerId="ADAL" clId="{33E421B2-CBAF-4127-80CE-7838264E16C0}" dt="2025-12-02T09:24:25.243" v="7875" actId="6549"/>
          <ac:spMkLst>
            <pc:docMk/>
            <pc:sldMk cId="567838222" sldId="417"/>
            <ac:spMk id="9" creationId="{E190B928-ED87-4C1A-FD2B-ECCAB52985F0}"/>
          </ac:spMkLst>
        </pc:spChg>
        <pc:picChg chg="add mod">
          <ac:chgData name="木島 基文" userId="273b0f7e-fc1f-4ec7-9561-f4f2b5eadb53" providerId="ADAL" clId="{33E421B2-CBAF-4127-80CE-7838264E16C0}" dt="2025-12-02T09:07:34.750" v="7649" actId="1076"/>
          <ac:picMkLst>
            <pc:docMk/>
            <pc:sldMk cId="567838222" sldId="417"/>
            <ac:picMk id="3" creationId="{3403F767-04D5-9475-5EC8-64DA8A3768E5}"/>
          </ac:picMkLst>
        </pc:picChg>
        <pc:picChg chg="del mod">
          <ac:chgData name="木島 基文" userId="273b0f7e-fc1f-4ec7-9561-f4f2b5eadb53" providerId="ADAL" clId="{33E421B2-CBAF-4127-80CE-7838264E16C0}" dt="2025-12-02T09:04:09.919" v="7613" actId="478"/>
          <ac:picMkLst>
            <pc:docMk/>
            <pc:sldMk cId="567838222" sldId="417"/>
            <ac:picMk id="5" creationId="{50625FBE-5304-0AF6-1132-7B26D0164F9E}"/>
          </ac:picMkLst>
        </pc:picChg>
        <pc:picChg chg="add mod modCrop">
          <ac:chgData name="木島 基文" userId="273b0f7e-fc1f-4ec7-9561-f4f2b5eadb53" providerId="ADAL" clId="{33E421B2-CBAF-4127-80CE-7838264E16C0}" dt="2025-12-02T09:10:18.776" v="7670" actId="1076"/>
          <ac:picMkLst>
            <pc:docMk/>
            <pc:sldMk cId="567838222" sldId="417"/>
            <ac:picMk id="7" creationId="{FC7F75C9-2D52-2C78-822E-A3A379A917EE}"/>
          </ac:picMkLst>
        </pc:picChg>
        <pc:picChg chg="del">
          <ac:chgData name="木島 基文" userId="273b0f7e-fc1f-4ec7-9561-f4f2b5eadb53" providerId="ADAL" clId="{33E421B2-CBAF-4127-80CE-7838264E16C0}" dt="2025-12-02T09:02:27.549" v="7586" actId="478"/>
          <ac:picMkLst>
            <pc:docMk/>
            <pc:sldMk cId="567838222" sldId="417"/>
            <ac:picMk id="10" creationId="{4FD2E395-93F3-324D-6052-F59E424D532A}"/>
          </ac:picMkLst>
        </pc:picChg>
        <pc:picChg chg="del mod">
          <ac:chgData name="木島 基文" userId="273b0f7e-fc1f-4ec7-9561-f4f2b5eadb53" providerId="ADAL" clId="{33E421B2-CBAF-4127-80CE-7838264E16C0}" dt="2025-12-02T09:02:29.193" v="7588" actId="478"/>
          <ac:picMkLst>
            <pc:docMk/>
            <pc:sldMk cId="567838222" sldId="417"/>
            <ac:picMk id="12" creationId="{2342C2F6-0CA4-6116-86CC-690A040C8C46}"/>
          </ac:picMkLst>
        </pc:picChg>
        <pc:picChg chg="del mod">
          <ac:chgData name="木島 基文" userId="273b0f7e-fc1f-4ec7-9561-f4f2b5eadb53" providerId="ADAL" clId="{33E421B2-CBAF-4127-80CE-7838264E16C0}" dt="2025-12-02T09:02:31.688" v="7590" actId="478"/>
          <ac:picMkLst>
            <pc:docMk/>
            <pc:sldMk cId="567838222" sldId="417"/>
            <ac:picMk id="14" creationId="{0307949E-C1CB-24F3-9426-305C1C62EBC6}"/>
          </ac:picMkLst>
        </pc:picChg>
        <pc:picChg chg="del mod modCrop">
          <ac:chgData name="木島 基文" userId="273b0f7e-fc1f-4ec7-9561-f4f2b5eadb53" providerId="ADAL" clId="{33E421B2-CBAF-4127-80CE-7838264E16C0}" dt="2025-12-02T09:06:10.117" v="7624" actId="478"/>
          <ac:picMkLst>
            <pc:docMk/>
            <pc:sldMk cId="567838222" sldId="417"/>
            <ac:picMk id="16" creationId="{DBF85548-158D-F868-838A-73997DDC9D55}"/>
          </ac:picMkLst>
        </pc:picChg>
        <pc:picChg chg="del mod modCrop">
          <ac:chgData name="木島 基文" userId="273b0f7e-fc1f-4ec7-9561-f4f2b5eadb53" providerId="ADAL" clId="{33E421B2-CBAF-4127-80CE-7838264E16C0}" dt="2025-12-02T09:04:35.533" v="7620" actId="478"/>
          <ac:picMkLst>
            <pc:docMk/>
            <pc:sldMk cId="567838222" sldId="417"/>
            <ac:picMk id="19" creationId="{4E0D3C8A-2FF4-B0B9-7CC6-45B75A386F04}"/>
          </ac:picMkLst>
        </pc:picChg>
        <pc:picChg chg="del mod">
          <ac:chgData name="木島 基文" userId="273b0f7e-fc1f-4ec7-9561-f4f2b5eadb53" providerId="ADAL" clId="{33E421B2-CBAF-4127-80CE-7838264E16C0}" dt="2025-12-02T09:06:07.345" v="7623" actId="478"/>
          <ac:picMkLst>
            <pc:docMk/>
            <pc:sldMk cId="567838222" sldId="417"/>
            <ac:picMk id="21" creationId="{5C9D35C2-882C-33D3-0F28-A98BF4279384}"/>
          </ac:picMkLst>
        </pc:picChg>
        <pc:picChg chg="mod ord modCrop">
          <ac:chgData name="木島 基文" userId="273b0f7e-fc1f-4ec7-9561-f4f2b5eadb53" providerId="ADAL" clId="{33E421B2-CBAF-4127-80CE-7838264E16C0}" dt="2025-12-02T09:10:22.039" v="7671" actId="1076"/>
          <ac:picMkLst>
            <pc:docMk/>
            <pc:sldMk cId="567838222" sldId="417"/>
            <ac:picMk id="23" creationId="{91BEFB9A-860D-19C9-FDD8-560CF37E840C}"/>
          </ac:picMkLst>
        </pc:picChg>
        <pc:picChg chg="del mod ord modCrop">
          <ac:chgData name="木島 基文" userId="273b0f7e-fc1f-4ec7-9561-f4f2b5eadb53" providerId="ADAL" clId="{33E421B2-CBAF-4127-80CE-7838264E16C0}" dt="2025-12-02T09:07:10.758" v="7642" actId="478"/>
          <ac:picMkLst>
            <pc:docMk/>
            <pc:sldMk cId="567838222" sldId="417"/>
            <ac:picMk id="25" creationId="{A59CDC65-1AFE-4407-8D6E-7865D6F16365}"/>
          </ac:picMkLst>
        </pc:picChg>
        <pc:cxnChg chg="add mod">
          <ac:chgData name="木島 基文" userId="273b0f7e-fc1f-4ec7-9561-f4f2b5eadb53" providerId="ADAL" clId="{33E421B2-CBAF-4127-80CE-7838264E16C0}" dt="2025-12-02T09:31:45.776" v="7924" actId="14100"/>
          <ac:cxnSpMkLst>
            <pc:docMk/>
            <pc:sldMk cId="567838222" sldId="417"/>
            <ac:cxnSpMk id="8" creationId="{9886E22F-8F30-A11E-0D80-CB33238FDCED}"/>
          </ac:cxnSpMkLst>
        </pc:cxnChg>
      </pc:sldChg>
      <pc:sldChg chg="addSp delSp modSp add mod ord">
        <pc:chgData name="木島 基文" userId="273b0f7e-fc1f-4ec7-9561-f4f2b5eadb53" providerId="ADAL" clId="{33E421B2-CBAF-4127-80CE-7838264E16C0}" dt="2025-12-02T09:37:03.803" v="8025" actId="1076"/>
        <pc:sldMkLst>
          <pc:docMk/>
          <pc:sldMk cId="2475811956" sldId="418"/>
        </pc:sldMkLst>
        <pc:spChg chg="mod">
          <ac:chgData name="木島 基文" userId="273b0f7e-fc1f-4ec7-9561-f4f2b5eadb53" providerId="ADAL" clId="{33E421B2-CBAF-4127-80CE-7838264E16C0}" dt="2025-12-02T09:36:24.940" v="8024" actId="20577"/>
          <ac:spMkLst>
            <pc:docMk/>
            <pc:sldMk cId="2475811956" sldId="418"/>
            <ac:spMk id="4" creationId="{77761A72-B20E-F5A6-B50F-D222FF0676F7}"/>
          </ac:spMkLst>
        </pc:spChg>
        <pc:picChg chg="mod">
          <ac:chgData name="木島 基文" userId="273b0f7e-fc1f-4ec7-9561-f4f2b5eadb53" providerId="ADAL" clId="{33E421B2-CBAF-4127-80CE-7838264E16C0}" dt="2025-12-02T09:37:03.803" v="8025" actId="1076"/>
          <ac:picMkLst>
            <pc:docMk/>
            <pc:sldMk cId="2475811956" sldId="418"/>
            <ac:picMk id="5" creationId="{8CDC3CC5-9FD9-387B-8F16-F9A4AEE01396}"/>
          </ac:picMkLst>
        </pc:picChg>
        <pc:picChg chg="mod modCrop">
          <ac:chgData name="木島 基文" userId="273b0f7e-fc1f-4ec7-9561-f4f2b5eadb53" providerId="ADAL" clId="{33E421B2-CBAF-4127-80CE-7838264E16C0}" dt="2025-12-02T09:02:19.835" v="7585" actId="1036"/>
          <ac:picMkLst>
            <pc:docMk/>
            <pc:sldMk cId="2475811956" sldId="418"/>
            <ac:picMk id="10" creationId="{D519EE6B-010C-7B3C-099F-D7FFC4014EA4}"/>
          </ac:picMkLst>
        </pc:picChg>
        <pc:picChg chg="mod modCrop">
          <ac:chgData name="木島 基文" userId="273b0f7e-fc1f-4ec7-9561-f4f2b5eadb53" providerId="ADAL" clId="{33E421B2-CBAF-4127-80CE-7838264E16C0}" dt="2025-12-02T09:02:19.835" v="7585" actId="1036"/>
          <ac:picMkLst>
            <pc:docMk/>
            <pc:sldMk cId="2475811956" sldId="418"/>
            <ac:picMk id="12" creationId="{26D74207-101C-7E96-0CCA-CE28B155FE8D}"/>
          </ac:picMkLst>
        </pc:picChg>
        <pc:picChg chg="mod modCrop">
          <ac:chgData name="木島 基文" userId="273b0f7e-fc1f-4ec7-9561-f4f2b5eadb53" providerId="ADAL" clId="{33E421B2-CBAF-4127-80CE-7838264E16C0}" dt="2025-12-02T09:30:27.572" v="7904" actId="1076"/>
          <ac:picMkLst>
            <pc:docMk/>
            <pc:sldMk cId="2475811956" sldId="418"/>
            <ac:picMk id="14" creationId="{DC32DC8A-B8D4-73E0-0C9B-13190C87EBF7}"/>
          </ac:picMkLst>
        </pc:picChg>
        <pc:picChg chg="del">
          <ac:chgData name="木島 基文" userId="273b0f7e-fc1f-4ec7-9561-f4f2b5eadb53" providerId="ADAL" clId="{33E421B2-CBAF-4127-80CE-7838264E16C0}" dt="2025-12-02T08:58:00.283" v="7525" actId="478"/>
          <ac:picMkLst>
            <pc:docMk/>
            <pc:sldMk cId="2475811956" sldId="418"/>
            <ac:picMk id="16" creationId="{7BBA91B0-C5C0-7981-FEFF-94250EAA3A4C}"/>
          </ac:picMkLst>
        </pc:picChg>
        <pc:picChg chg="del">
          <ac:chgData name="木島 基文" userId="273b0f7e-fc1f-4ec7-9561-f4f2b5eadb53" providerId="ADAL" clId="{33E421B2-CBAF-4127-80CE-7838264E16C0}" dt="2025-12-02T08:57:59.168" v="7524" actId="478"/>
          <ac:picMkLst>
            <pc:docMk/>
            <pc:sldMk cId="2475811956" sldId="418"/>
            <ac:picMk id="19" creationId="{2E5F1899-E834-9D68-5C75-EE31F5D221EC}"/>
          </ac:picMkLst>
        </pc:picChg>
        <pc:picChg chg="del">
          <ac:chgData name="木島 基文" userId="273b0f7e-fc1f-4ec7-9561-f4f2b5eadb53" providerId="ADAL" clId="{33E421B2-CBAF-4127-80CE-7838264E16C0}" dt="2025-12-02T08:57:58.556" v="7523" actId="478"/>
          <ac:picMkLst>
            <pc:docMk/>
            <pc:sldMk cId="2475811956" sldId="418"/>
            <ac:picMk id="21" creationId="{018D8511-E3B2-F42C-9E04-26028AA79144}"/>
          </ac:picMkLst>
        </pc:picChg>
        <pc:picChg chg="del">
          <ac:chgData name="木島 基文" userId="273b0f7e-fc1f-4ec7-9561-f4f2b5eadb53" providerId="ADAL" clId="{33E421B2-CBAF-4127-80CE-7838264E16C0}" dt="2025-12-02T08:57:57.720" v="7522" actId="478"/>
          <ac:picMkLst>
            <pc:docMk/>
            <pc:sldMk cId="2475811956" sldId="418"/>
            <ac:picMk id="23" creationId="{CBFA8E1D-0FF2-AD31-D526-16486CCB3CB7}"/>
          </ac:picMkLst>
        </pc:picChg>
        <pc:picChg chg="del">
          <ac:chgData name="木島 基文" userId="273b0f7e-fc1f-4ec7-9561-f4f2b5eadb53" providerId="ADAL" clId="{33E421B2-CBAF-4127-80CE-7838264E16C0}" dt="2025-12-02T08:57:57.035" v="7521" actId="478"/>
          <ac:picMkLst>
            <pc:docMk/>
            <pc:sldMk cId="2475811956" sldId="418"/>
            <ac:picMk id="25" creationId="{DA0554E3-9177-711C-0AE1-63F511C768D5}"/>
          </ac:picMkLst>
        </pc:picChg>
        <pc:cxnChg chg="add mod">
          <ac:chgData name="木島 基文" userId="273b0f7e-fc1f-4ec7-9561-f4f2b5eadb53" providerId="ADAL" clId="{33E421B2-CBAF-4127-80CE-7838264E16C0}" dt="2025-12-02T09:30:54.716" v="7907" actId="14100"/>
          <ac:cxnSpMkLst>
            <pc:docMk/>
            <pc:sldMk cId="2475811956" sldId="418"/>
            <ac:cxnSpMk id="2" creationId="{DA6D7C0F-00F3-9606-4BA0-FDB8C434AD5B}"/>
          </ac:cxnSpMkLst>
        </pc:cxnChg>
        <pc:cxnChg chg="add mod">
          <ac:chgData name="木島 基文" userId="273b0f7e-fc1f-4ec7-9561-f4f2b5eadb53" providerId="ADAL" clId="{33E421B2-CBAF-4127-80CE-7838264E16C0}" dt="2025-12-02T09:31:00.402" v="7909" actId="14100"/>
          <ac:cxnSpMkLst>
            <pc:docMk/>
            <pc:sldMk cId="2475811956" sldId="418"/>
            <ac:cxnSpMk id="6" creationId="{D3718C3E-AFBD-55FE-4CC4-637C83FA50E8}"/>
          </ac:cxnSpMkLst>
        </pc:cxnChg>
        <pc:cxnChg chg="add mod">
          <ac:chgData name="木島 基文" userId="273b0f7e-fc1f-4ec7-9561-f4f2b5eadb53" providerId="ADAL" clId="{33E421B2-CBAF-4127-80CE-7838264E16C0}" dt="2025-12-02T09:31:15.169" v="7921" actId="14100"/>
          <ac:cxnSpMkLst>
            <pc:docMk/>
            <pc:sldMk cId="2475811956" sldId="418"/>
            <ac:cxnSpMk id="8" creationId="{A6E9D30C-BCC2-1FCA-4C76-5299FFCE423E}"/>
          </ac:cxnSpMkLst>
        </pc:cxnChg>
      </pc:sldChg>
      <pc:sldMasterChg chg="delSp mod modSldLayout sldLayoutOrd">
        <pc:chgData name="木島 基文" userId="273b0f7e-fc1f-4ec7-9561-f4f2b5eadb53" providerId="ADAL" clId="{33E421B2-CBAF-4127-80CE-7838264E16C0}" dt="2025-12-02T01:55:17.735" v="2569" actId="20578"/>
        <pc:sldMasterMkLst>
          <pc:docMk/>
          <pc:sldMasterMk cId="1470768328" sldId="2147483648"/>
        </pc:sldMasterMkLst>
        <pc:picChg chg="del">
          <ac:chgData name="木島 基文" userId="273b0f7e-fc1f-4ec7-9561-f4f2b5eadb53" providerId="ADAL" clId="{33E421B2-CBAF-4127-80CE-7838264E16C0}" dt="2025-12-02T01:21:56.564" v="2337" actId="21"/>
          <ac:picMkLst>
            <pc:docMk/>
            <pc:sldMasterMk cId="1470768328" sldId="2147483648"/>
            <ac:picMk id="6" creationId="{9C697E4B-B661-AA5C-FEEB-D581D050B893}"/>
          </ac:picMkLst>
        </pc:picChg>
        <pc:sldLayoutChg chg="addSp modSp">
          <pc:chgData name="木島 基文" userId="273b0f7e-fc1f-4ec7-9561-f4f2b5eadb53" providerId="ADAL" clId="{33E421B2-CBAF-4127-80CE-7838264E16C0}" dt="2025-12-02T01:21:59.959" v="2338"/>
          <pc:sldLayoutMkLst>
            <pc:docMk/>
            <pc:sldMasterMk cId="1470768328" sldId="2147483648"/>
            <pc:sldLayoutMk cId="1781099071" sldId="2147483649"/>
          </pc:sldLayoutMkLst>
          <pc:picChg chg="add mod">
            <ac:chgData name="木島 基文" userId="273b0f7e-fc1f-4ec7-9561-f4f2b5eadb53" providerId="ADAL" clId="{33E421B2-CBAF-4127-80CE-7838264E16C0}" dt="2025-12-02T01:21:59.959" v="2338"/>
            <ac:picMkLst>
              <pc:docMk/>
              <pc:sldMasterMk cId="1470768328" sldId="2147483648"/>
              <pc:sldLayoutMk cId="1781099071" sldId="2147483649"/>
              <ac:picMk id="2" creationId="{9C697E4B-B661-AA5C-FEEB-D581D050B893}"/>
            </ac:picMkLst>
          </pc:picChg>
        </pc:sldLayoutChg>
        <pc:sldLayoutChg chg="addSp delSp modSp mod">
          <pc:chgData name="木島 基文" userId="273b0f7e-fc1f-4ec7-9561-f4f2b5eadb53" providerId="ADAL" clId="{33E421B2-CBAF-4127-80CE-7838264E16C0}" dt="2025-12-02T01:35:45.892" v="2402" actId="242"/>
          <pc:sldLayoutMkLst>
            <pc:docMk/>
            <pc:sldMasterMk cId="1470768328" sldId="2147483648"/>
            <pc:sldLayoutMk cId="4042832264" sldId="2147483650"/>
          </pc:sldLayoutMkLst>
          <pc:spChg chg="add del mod">
            <ac:chgData name="木島 基文" userId="273b0f7e-fc1f-4ec7-9561-f4f2b5eadb53" providerId="ADAL" clId="{33E421B2-CBAF-4127-80CE-7838264E16C0}" dt="2025-12-02T01:26:07.778" v="2362" actId="478"/>
            <ac:spMkLst>
              <pc:docMk/>
              <pc:sldMasterMk cId="1470768328" sldId="2147483648"/>
              <pc:sldLayoutMk cId="4042832264" sldId="2147483650"/>
              <ac:spMk id="4" creationId="{5EC446B8-0EE9-6745-B2A0-53591EE4701E}"/>
            </ac:spMkLst>
          </pc:spChg>
          <pc:spChg chg="add del">
            <ac:chgData name="木島 基文" userId="273b0f7e-fc1f-4ec7-9561-f4f2b5eadb53" providerId="ADAL" clId="{33E421B2-CBAF-4127-80CE-7838264E16C0}" dt="2025-12-02T01:24:43.663" v="2356" actId="11529"/>
            <ac:spMkLst>
              <pc:docMk/>
              <pc:sldMasterMk cId="1470768328" sldId="2147483648"/>
              <pc:sldLayoutMk cId="4042832264" sldId="2147483650"/>
              <ac:spMk id="8" creationId="{2157C886-09BB-5248-EF10-7438522C0CC3}"/>
            </ac:spMkLst>
          </pc:spChg>
          <pc:spChg chg="add del mod">
            <ac:chgData name="木島 基文" userId="273b0f7e-fc1f-4ec7-9561-f4f2b5eadb53" providerId="ADAL" clId="{33E421B2-CBAF-4127-80CE-7838264E16C0}" dt="2025-12-02T01:35:21.688" v="2399" actId="478"/>
            <ac:spMkLst>
              <pc:docMk/>
              <pc:sldMasterMk cId="1470768328" sldId="2147483648"/>
              <pc:sldLayoutMk cId="4042832264" sldId="2147483650"/>
              <ac:spMk id="9" creationId="{56788FC7-8A9A-82BE-52FB-97C7C4A8C6FE}"/>
            </ac:spMkLst>
          </pc:spChg>
          <pc:spChg chg="add del mod">
            <ac:chgData name="木島 基文" userId="273b0f7e-fc1f-4ec7-9561-f4f2b5eadb53" providerId="ADAL" clId="{33E421B2-CBAF-4127-80CE-7838264E16C0}" dt="2025-12-02T01:32:47.677" v="2372" actId="478"/>
            <ac:spMkLst>
              <pc:docMk/>
              <pc:sldMasterMk cId="1470768328" sldId="2147483648"/>
              <pc:sldLayoutMk cId="4042832264" sldId="2147483650"/>
              <ac:spMk id="10" creationId="{8C291B1B-92B4-0EDB-4236-EE8F3E49711D}"/>
            </ac:spMkLst>
          </pc:spChg>
          <pc:spChg chg="add del">
            <ac:chgData name="木島 基文" userId="273b0f7e-fc1f-4ec7-9561-f4f2b5eadb53" providerId="ADAL" clId="{33E421B2-CBAF-4127-80CE-7838264E16C0}" dt="2025-12-02T01:33:25.317" v="2373" actId="11529"/>
            <ac:spMkLst>
              <pc:docMk/>
              <pc:sldMasterMk cId="1470768328" sldId="2147483648"/>
              <pc:sldLayoutMk cId="4042832264" sldId="2147483650"/>
              <ac:spMk id="11" creationId="{0E36F067-4B91-789E-05AB-3DD0EF55D329}"/>
            </ac:spMkLst>
          </pc:spChg>
          <pc:spChg chg="add del mod">
            <ac:chgData name="木島 基文" userId="273b0f7e-fc1f-4ec7-9561-f4f2b5eadb53" providerId="ADAL" clId="{33E421B2-CBAF-4127-80CE-7838264E16C0}" dt="2025-12-02T01:33:30.524" v="2374" actId="478"/>
            <ac:spMkLst>
              <pc:docMk/>
              <pc:sldMasterMk cId="1470768328" sldId="2147483648"/>
              <pc:sldLayoutMk cId="4042832264" sldId="2147483650"/>
              <ac:spMk id="12" creationId="{39CF984E-4E0C-DE8E-4926-36D781718E35}"/>
            </ac:spMkLst>
          </pc:spChg>
          <pc:spChg chg="add del">
            <ac:chgData name="木島 基文" userId="273b0f7e-fc1f-4ec7-9561-f4f2b5eadb53" providerId="ADAL" clId="{33E421B2-CBAF-4127-80CE-7838264E16C0}" dt="2025-12-02T01:33:37.617" v="2375" actId="11529"/>
            <ac:spMkLst>
              <pc:docMk/>
              <pc:sldMasterMk cId="1470768328" sldId="2147483648"/>
              <pc:sldLayoutMk cId="4042832264" sldId="2147483650"/>
              <ac:spMk id="13" creationId="{7A72A3AD-94FE-D9F0-602F-DEB90731AB95}"/>
            </ac:spMkLst>
          </pc:spChg>
          <pc:spChg chg="add del mod">
            <ac:chgData name="木島 基文" userId="273b0f7e-fc1f-4ec7-9561-f4f2b5eadb53" providerId="ADAL" clId="{33E421B2-CBAF-4127-80CE-7838264E16C0}" dt="2025-12-02T01:33:41.380" v="2376" actId="478"/>
            <ac:spMkLst>
              <pc:docMk/>
              <pc:sldMasterMk cId="1470768328" sldId="2147483648"/>
              <pc:sldLayoutMk cId="4042832264" sldId="2147483650"/>
              <ac:spMk id="14" creationId="{094260CA-C109-A4D3-5F63-88327D16C5BC}"/>
            </ac:spMkLst>
          </pc:spChg>
          <pc:spChg chg="add mod">
            <ac:chgData name="木島 基文" userId="273b0f7e-fc1f-4ec7-9561-f4f2b5eadb53" providerId="ADAL" clId="{33E421B2-CBAF-4127-80CE-7838264E16C0}" dt="2025-12-02T01:35:45.892" v="2402" actId="242"/>
            <ac:spMkLst>
              <pc:docMk/>
              <pc:sldMasterMk cId="1470768328" sldId="2147483648"/>
              <pc:sldLayoutMk cId="4042832264" sldId="2147483650"/>
              <ac:spMk id="15" creationId="{F8BEF508-4682-FB0F-3C1C-FAD520748841}"/>
            </ac:spMkLst>
          </pc:spChg>
          <pc:picChg chg="add mod">
            <ac:chgData name="木島 基文" userId="273b0f7e-fc1f-4ec7-9561-f4f2b5eadb53" providerId="ADAL" clId="{33E421B2-CBAF-4127-80CE-7838264E16C0}" dt="2025-12-02T01:22:02.612" v="2339"/>
            <ac:picMkLst>
              <pc:docMk/>
              <pc:sldMasterMk cId="1470768328" sldId="2147483648"/>
              <pc:sldLayoutMk cId="4042832264" sldId="2147483650"/>
              <ac:picMk id="3" creationId="{08BE8B1A-A765-AD33-752E-3453AC842F0E}"/>
            </ac:picMkLst>
          </pc:picChg>
        </pc:sldLayoutChg>
        <pc:sldLayoutChg chg="delSp mod">
          <pc:chgData name="木島 基文" userId="273b0f7e-fc1f-4ec7-9561-f4f2b5eadb53" providerId="ADAL" clId="{33E421B2-CBAF-4127-80CE-7838264E16C0}" dt="2025-12-02T01:20:58.703" v="2336" actId="478"/>
          <pc:sldLayoutMkLst>
            <pc:docMk/>
            <pc:sldMasterMk cId="1470768328" sldId="2147483648"/>
            <pc:sldLayoutMk cId="813718287" sldId="2147483652"/>
          </pc:sldLayoutMkLst>
          <pc:spChg chg="del">
            <ac:chgData name="木島 基文" userId="273b0f7e-fc1f-4ec7-9561-f4f2b5eadb53" providerId="ADAL" clId="{33E421B2-CBAF-4127-80CE-7838264E16C0}" dt="2025-12-02T01:20:52.561" v="2332" actId="478"/>
            <ac:spMkLst>
              <pc:docMk/>
              <pc:sldMasterMk cId="1470768328" sldId="2147483648"/>
              <pc:sldLayoutMk cId="813718287" sldId="2147483652"/>
              <ac:spMk id="7" creationId="{00000000-0000-0000-0000-000000000000}"/>
            </ac:spMkLst>
          </pc:spChg>
          <pc:spChg chg="del">
            <ac:chgData name="木島 基文" userId="273b0f7e-fc1f-4ec7-9561-f4f2b5eadb53" providerId="ADAL" clId="{33E421B2-CBAF-4127-80CE-7838264E16C0}" dt="2025-12-02T01:20:58.703" v="2336" actId="478"/>
            <ac:spMkLst>
              <pc:docMk/>
              <pc:sldMasterMk cId="1470768328" sldId="2147483648"/>
              <pc:sldLayoutMk cId="813718287" sldId="2147483652"/>
              <ac:spMk id="8" creationId="{00000000-0000-0000-0000-000000000000}"/>
            </ac:spMkLst>
          </pc:spChg>
          <pc:spChg chg="del">
            <ac:chgData name="木島 基文" userId="273b0f7e-fc1f-4ec7-9561-f4f2b5eadb53" providerId="ADAL" clId="{33E421B2-CBAF-4127-80CE-7838264E16C0}" dt="2025-12-02T01:20:55.601" v="2333" actId="478"/>
            <ac:spMkLst>
              <pc:docMk/>
              <pc:sldMasterMk cId="1470768328" sldId="2147483648"/>
              <pc:sldLayoutMk cId="813718287" sldId="2147483652"/>
              <ac:spMk id="9" creationId="{00000000-0000-0000-0000-000000000000}"/>
            </ac:spMkLst>
          </pc:spChg>
          <pc:spChg chg="del">
            <ac:chgData name="木島 基文" userId="273b0f7e-fc1f-4ec7-9561-f4f2b5eadb53" providerId="ADAL" clId="{33E421B2-CBAF-4127-80CE-7838264E16C0}" dt="2025-12-02T01:20:51.144" v="2331" actId="478"/>
            <ac:spMkLst>
              <pc:docMk/>
              <pc:sldMasterMk cId="1470768328" sldId="2147483648"/>
              <pc:sldLayoutMk cId="813718287" sldId="2147483652"/>
              <ac:spMk id="10" creationId="{00000000-0000-0000-0000-000000000000}"/>
            </ac:spMkLst>
          </pc:spChg>
          <pc:spChg chg="del">
            <ac:chgData name="木島 基文" userId="273b0f7e-fc1f-4ec7-9561-f4f2b5eadb53" providerId="ADAL" clId="{33E421B2-CBAF-4127-80CE-7838264E16C0}" dt="2025-12-02T01:20:57.560" v="2335" actId="478"/>
            <ac:spMkLst>
              <pc:docMk/>
              <pc:sldMasterMk cId="1470768328" sldId="2147483648"/>
              <pc:sldLayoutMk cId="813718287" sldId="2147483652"/>
              <ac:spMk id="11" creationId="{00000000-0000-0000-0000-000000000000}"/>
            </ac:spMkLst>
          </pc:spChg>
          <pc:picChg chg="del">
            <ac:chgData name="木島 基文" userId="273b0f7e-fc1f-4ec7-9561-f4f2b5eadb53" providerId="ADAL" clId="{33E421B2-CBAF-4127-80CE-7838264E16C0}" dt="2025-12-02T01:20:56.473" v="2334" actId="478"/>
            <ac:picMkLst>
              <pc:docMk/>
              <pc:sldMasterMk cId="1470768328" sldId="2147483648"/>
              <pc:sldLayoutMk cId="813718287" sldId="2147483652"/>
              <ac:picMk id="2" creationId="{7C05C229-B790-3CC8-B9D2-D43E08A8DBFE}"/>
            </ac:picMkLst>
          </pc:picChg>
        </pc:sldLayoutChg>
        <pc:sldLayoutChg chg="addSp delSp modSp mod ord">
          <pc:chgData name="木島 基文" userId="273b0f7e-fc1f-4ec7-9561-f4f2b5eadb53" providerId="ADAL" clId="{33E421B2-CBAF-4127-80CE-7838264E16C0}" dt="2025-12-02T01:38:05.647" v="2410" actId="20578"/>
          <pc:sldLayoutMkLst>
            <pc:docMk/>
            <pc:sldMasterMk cId="1470768328" sldId="2147483648"/>
            <pc:sldLayoutMk cId="2028003557" sldId="2147483652"/>
          </pc:sldLayoutMkLst>
          <pc:spChg chg="add mod">
            <ac:chgData name="木島 基文" userId="273b0f7e-fc1f-4ec7-9561-f4f2b5eadb53" providerId="ADAL" clId="{33E421B2-CBAF-4127-80CE-7838264E16C0}" dt="2025-12-02T01:37:43.628" v="2407"/>
            <ac:spMkLst>
              <pc:docMk/>
              <pc:sldMasterMk cId="1470768328" sldId="2147483648"/>
              <pc:sldLayoutMk cId="2028003557" sldId="2147483652"/>
              <ac:spMk id="4" creationId="{BC4D86A5-C0FD-7EFA-6CFA-3AB19B3CC82D}"/>
            </ac:spMkLst>
          </pc:spChg>
          <pc:picChg chg="del">
            <ac:chgData name="木島 基文" userId="273b0f7e-fc1f-4ec7-9561-f4f2b5eadb53" providerId="ADAL" clId="{33E421B2-CBAF-4127-80CE-7838264E16C0}" dt="2025-12-02T01:22:14.464" v="2340" actId="478"/>
            <ac:picMkLst>
              <pc:docMk/>
              <pc:sldMasterMk cId="1470768328" sldId="2147483648"/>
              <pc:sldLayoutMk cId="2028003557" sldId="2147483652"/>
              <ac:picMk id="3" creationId="{08BE8B1A-A765-AD33-752E-3453AC842F0E}"/>
            </ac:picMkLst>
          </pc:picChg>
        </pc:sldLayoutChg>
        <pc:sldLayoutChg chg="modSp mod">
          <pc:chgData name="木島 基文" userId="273b0f7e-fc1f-4ec7-9561-f4f2b5eadb53" providerId="ADAL" clId="{33E421B2-CBAF-4127-80CE-7838264E16C0}" dt="2025-12-02T01:42:50.297" v="2433" actId="404"/>
          <pc:sldLayoutMkLst>
            <pc:docMk/>
            <pc:sldMasterMk cId="1470768328" sldId="2147483648"/>
            <pc:sldLayoutMk cId="1626423258" sldId="2147483653"/>
          </pc:sldLayoutMkLst>
          <pc:spChg chg="mod">
            <ac:chgData name="木島 基文" userId="273b0f7e-fc1f-4ec7-9561-f4f2b5eadb53" providerId="ADAL" clId="{33E421B2-CBAF-4127-80CE-7838264E16C0}" dt="2025-12-02T01:42:50.297" v="2433" actId="404"/>
            <ac:spMkLst>
              <pc:docMk/>
              <pc:sldMasterMk cId="1470768328" sldId="2147483648"/>
              <pc:sldLayoutMk cId="1626423258" sldId="2147483653"/>
              <ac:spMk id="15" creationId="{F8BEF508-4682-FB0F-3C1C-FAD520748841}"/>
            </ac:spMkLst>
          </pc:spChg>
        </pc:sldLayoutChg>
        <pc:sldLayoutChg chg="delSp mod">
          <pc:chgData name="木島 基文" userId="273b0f7e-fc1f-4ec7-9561-f4f2b5eadb53" providerId="ADAL" clId="{33E421B2-CBAF-4127-80CE-7838264E16C0}" dt="2025-12-02T01:22:20.687" v="2341" actId="478"/>
          <pc:sldLayoutMkLst>
            <pc:docMk/>
            <pc:sldMasterMk cId="1470768328" sldId="2147483648"/>
            <pc:sldLayoutMk cId="3246588398" sldId="2147483653"/>
          </pc:sldLayoutMkLst>
          <pc:cxnChg chg="del">
            <ac:chgData name="木島 基文" userId="273b0f7e-fc1f-4ec7-9561-f4f2b5eadb53" providerId="ADAL" clId="{33E421B2-CBAF-4127-80CE-7838264E16C0}" dt="2025-12-02T01:22:20.687" v="2341" actId="478"/>
            <ac:cxnSpMkLst>
              <pc:docMk/>
              <pc:sldMasterMk cId="1470768328" sldId="2147483648"/>
              <pc:sldLayoutMk cId="3246588398" sldId="2147483653"/>
              <ac:cxnSpMk id="2" creationId="{A32044E2-013A-A153-B659-C3F73B7EA12D}"/>
            </ac:cxnSpMkLst>
          </pc:cxnChg>
        </pc:sldLayoutChg>
        <pc:sldLayoutChg chg="delSp mod">
          <pc:chgData name="木島 基文" userId="273b0f7e-fc1f-4ec7-9561-f4f2b5eadb53" providerId="ADAL" clId="{33E421B2-CBAF-4127-80CE-7838264E16C0}" dt="2025-12-02T01:37:57.985" v="2408" actId="478"/>
          <pc:sldLayoutMkLst>
            <pc:docMk/>
            <pc:sldMasterMk cId="1470768328" sldId="2147483648"/>
            <pc:sldLayoutMk cId="3025490060" sldId="2147483654"/>
          </pc:sldLayoutMkLst>
          <pc:picChg chg="del">
            <ac:chgData name="木島 基文" userId="273b0f7e-fc1f-4ec7-9561-f4f2b5eadb53" providerId="ADAL" clId="{33E421B2-CBAF-4127-80CE-7838264E16C0}" dt="2025-12-02T01:37:57.985" v="2408" actId="478"/>
            <ac:picMkLst>
              <pc:docMk/>
              <pc:sldMasterMk cId="1470768328" sldId="2147483648"/>
              <pc:sldLayoutMk cId="3025490060" sldId="2147483654"/>
              <ac:picMk id="3" creationId="{08BE8B1A-A765-AD33-752E-3453AC842F0E}"/>
            </ac:picMkLst>
          </pc:picChg>
        </pc:sldLayoutChg>
        <pc:sldLayoutChg chg="delSp mod">
          <pc:chgData name="木島 基文" userId="273b0f7e-fc1f-4ec7-9561-f4f2b5eadb53" providerId="ADAL" clId="{33E421B2-CBAF-4127-80CE-7838264E16C0}" dt="2025-12-02T01:43:02.183" v="2434" actId="478"/>
          <pc:sldLayoutMkLst>
            <pc:docMk/>
            <pc:sldMasterMk cId="1470768328" sldId="2147483648"/>
            <pc:sldLayoutMk cId="748667146" sldId="2147483655"/>
          </pc:sldLayoutMkLst>
          <pc:picChg chg="del">
            <ac:chgData name="木島 基文" userId="273b0f7e-fc1f-4ec7-9561-f4f2b5eadb53" providerId="ADAL" clId="{33E421B2-CBAF-4127-80CE-7838264E16C0}" dt="2025-12-02T01:43:02.183" v="2434" actId="478"/>
            <ac:picMkLst>
              <pc:docMk/>
              <pc:sldMasterMk cId="1470768328" sldId="2147483648"/>
              <pc:sldLayoutMk cId="748667146" sldId="2147483655"/>
              <ac:picMk id="3" creationId="{08BE8B1A-A765-AD33-752E-3453AC842F0E}"/>
            </ac:picMkLst>
          </pc:picChg>
        </pc:sldLayoutChg>
        <pc:sldLayoutChg chg="delSp mod ord">
          <pc:chgData name="木島 基文" userId="273b0f7e-fc1f-4ec7-9561-f4f2b5eadb53" providerId="ADAL" clId="{33E421B2-CBAF-4127-80CE-7838264E16C0}" dt="2025-12-02T01:55:17.735" v="2569" actId="20578"/>
          <pc:sldLayoutMkLst>
            <pc:docMk/>
            <pc:sldMasterMk cId="1470768328" sldId="2147483648"/>
            <pc:sldLayoutMk cId="4105789434" sldId="2147483656"/>
          </pc:sldLayoutMkLst>
          <pc:spChg chg="del">
            <ac:chgData name="木島 基文" userId="273b0f7e-fc1f-4ec7-9561-f4f2b5eadb53" providerId="ADAL" clId="{33E421B2-CBAF-4127-80CE-7838264E16C0}" dt="2025-12-02T01:55:07.071" v="2568" actId="478"/>
            <ac:spMkLst>
              <pc:docMk/>
              <pc:sldMasterMk cId="1470768328" sldId="2147483648"/>
              <pc:sldLayoutMk cId="4105789434" sldId="2147483656"/>
              <ac:spMk id="2" creationId="{4339461D-1E8F-A3F7-481A-7F49FD1B2C2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FDD629-FDAD-4A9C-8AEA-4ABED0BFE31A}" type="datetimeFigureOut">
              <a:rPr kumimoji="1" lang="ja-JP" altLang="en-US" smtClean="0"/>
              <a:t>2025/12/4</a:t>
            </a:fld>
            <a:endParaRPr kumimoji="1" lang="ja-JP"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ja-JP"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ADD467-B609-4AC3-B644-C0C77303FE65}" type="slidenum">
              <a:rPr kumimoji="1" lang="ja-JP" altLang="en-US" smtClean="0"/>
              <a:t>‹#›</a:t>
            </a:fld>
            <a:endParaRPr kumimoji="1" lang="ja-JP" altLang="en-US"/>
          </a:p>
        </p:txBody>
      </p:sp>
    </p:spTree>
    <p:extLst>
      <p:ext uri="{BB962C8B-B14F-4D97-AF65-F5344CB8AC3E}">
        <p14:creationId xmlns:p14="http://schemas.microsoft.com/office/powerpoint/2010/main" val="1365602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97E6-8B4B-ECA5-E469-AF3775611C0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FA6F84B-CA79-2269-E6CF-E45D9AD8A38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58D5F1C-D75F-C69B-A963-19A7E75E8748}"/>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22D4FCC3-2AE8-6AEE-490A-BC130007F09A}"/>
              </a:ext>
            </a:extLst>
          </p:cNvPr>
          <p:cNvSpPr>
            <a:spLocks noGrp="1"/>
          </p:cNvSpPr>
          <p:nvPr>
            <p:ph type="sldNum" sz="quarter" idx="5"/>
          </p:nvPr>
        </p:nvSpPr>
        <p:spPr/>
        <p:txBody>
          <a:bodyPr/>
          <a:lstStyle/>
          <a:p>
            <a:fld id="{7BADD467-B609-4AC3-B644-C0C77303FE65}" type="slidenum">
              <a:rPr kumimoji="1" lang="ja-JP" altLang="en-US" smtClean="0"/>
              <a:t>2</a:t>
            </a:fld>
            <a:endParaRPr kumimoji="1" lang="ja-JP" altLang="en-US"/>
          </a:p>
        </p:txBody>
      </p:sp>
    </p:spTree>
    <p:extLst>
      <p:ext uri="{BB962C8B-B14F-4D97-AF65-F5344CB8AC3E}">
        <p14:creationId xmlns:p14="http://schemas.microsoft.com/office/powerpoint/2010/main" val="1123379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18B4B-B7C7-7FC4-BA97-8E6842299C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48B1D2-9E2C-20C5-7B24-FF411FA238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A5DB467-C415-7DA8-6D9D-2341741CE239}"/>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FC4BBB51-8E94-D18B-2E5E-92DF7B86D6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08E1F0-11B6-4C99-AE33-9E59DAC4B305}"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104030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38CAA-C413-B204-9B86-4FD3646438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DBBFED-80B9-9696-8B5B-79E50A8AE7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3447B-ACA2-DFFE-577B-3719B795ECFC}"/>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0BE7066E-369B-AD13-59C5-FE1CA60FDD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08E1F0-11B6-4C99-AE33-9E59DAC4B305}"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26568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D03DB-3D36-19E6-46DB-6A84654F9D4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FCAE03A-77CD-150E-9E92-AB227B40F00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006D770-A729-B70E-C49C-98740F9D480D}"/>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BA171059-5815-0C58-D58A-DE8F522341DF}"/>
              </a:ext>
            </a:extLst>
          </p:cNvPr>
          <p:cNvSpPr>
            <a:spLocks noGrp="1"/>
          </p:cNvSpPr>
          <p:nvPr>
            <p:ph type="sldNum" sz="quarter" idx="5"/>
          </p:nvPr>
        </p:nvSpPr>
        <p:spPr/>
        <p:txBody>
          <a:bodyPr/>
          <a:lstStyle/>
          <a:p>
            <a:fld id="{7BADD467-B609-4AC3-B644-C0C77303FE65}" type="slidenum">
              <a:rPr kumimoji="1" lang="ja-JP" altLang="en-US" smtClean="0"/>
              <a:t>7</a:t>
            </a:fld>
            <a:endParaRPr kumimoji="1" lang="ja-JP" altLang="en-US"/>
          </a:p>
        </p:txBody>
      </p:sp>
    </p:spTree>
    <p:extLst>
      <p:ext uri="{BB962C8B-B14F-4D97-AF65-F5344CB8AC3E}">
        <p14:creationId xmlns:p14="http://schemas.microsoft.com/office/powerpoint/2010/main" val="3469804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C5AA6-465A-1A7F-D07A-36C1A076C90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AD40C27-258E-97F5-63A9-16900B4DD74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C23267F-C8CB-37F0-9130-D9C45C28CC9E}"/>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F1AAA1C4-0A45-098C-CA38-71FC59FA3D19}"/>
              </a:ext>
            </a:extLst>
          </p:cNvPr>
          <p:cNvSpPr>
            <a:spLocks noGrp="1"/>
          </p:cNvSpPr>
          <p:nvPr>
            <p:ph type="sldNum" sz="quarter" idx="5"/>
          </p:nvPr>
        </p:nvSpPr>
        <p:spPr/>
        <p:txBody>
          <a:bodyPr/>
          <a:lstStyle/>
          <a:p>
            <a:fld id="{7BADD467-B609-4AC3-B644-C0C77303FE65}" type="slidenum">
              <a:rPr kumimoji="1" lang="ja-JP" altLang="en-US" smtClean="0"/>
              <a:t>8</a:t>
            </a:fld>
            <a:endParaRPr kumimoji="1" lang="ja-JP" altLang="en-US"/>
          </a:p>
        </p:txBody>
      </p:sp>
    </p:spTree>
    <p:extLst>
      <p:ext uri="{BB962C8B-B14F-4D97-AF65-F5344CB8AC3E}">
        <p14:creationId xmlns:p14="http://schemas.microsoft.com/office/powerpoint/2010/main" val="144767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4F4CE-CA3E-C5EF-E1EA-883673AB62E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9B7DD93-9198-C16B-73DF-B33B5326312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DB36FBC-8F9C-3CF5-0D5F-6601ED58BB86}"/>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078D4748-D9C7-B71E-AC4D-020CBFF165A5}"/>
              </a:ext>
            </a:extLst>
          </p:cNvPr>
          <p:cNvSpPr>
            <a:spLocks noGrp="1"/>
          </p:cNvSpPr>
          <p:nvPr>
            <p:ph type="sldNum" sz="quarter" idx="5"/>
          </p:nvPr>
        </p:nvSpPr>
        <p:spPr/>
        <p:txBody>
          <a:bodyPr/>
          <a:lstStyle/>
          <a:p>
            <a:fld id="{7BADD467-B609-4AC3-B644-C0C77303FE65}" type="slidenum">
              <a:rPr kumimoji="1" lang="ja-JP" altLang="en-US" smtClean="0"/>
              <a:t>9</a:t>
            </a:fld>
            <a:endParaRPr kumimoji="1" lang="ja-JP" altLang="en-US"/>
          </a:p>
        </p:txBody>
      </p:sp>
    </p:spTree>
    <p:extLst>
      <p:ext uri="{BB962C8B-B14F-4D97-AF65-F5344CB8AC3E}">
        <p14:creationId xmlns:p14="http://schemas.microsoft.com/office/powerpoint/2010/main" val="1844343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D94A8-2F70-E6F9-9EC1-88E7A08D9C6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97DC6E0-536D-961E-DA9F-118D6403B5F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2E3BD6D-6260-DD3D-54CC-24AB551206C2}"/>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49A26FC2-4738-5D9B-DDDD-BB4A8D605B6F}"/>
              </a:ext>
            </a:extLst>
          </p:cNvPr>
          <p:cNvSpPr>
            <a:spLocks noGrp="1"/>
          </p:cNvSpPr>
          <p:nvPr>
            <p:ph type="sldNum" sz="quarter" idx="5"/>
          </p:nvPr>
        </p:nvSpPr>
        <p:spPr/>
        <p:txBody>
          <a:bodyPr/>
          <a:lstStyle/>
          <a:p>
            <a:fld id="{7BADD467-B609-4AC3-B644-C0C77303FE65}" type="slidenum">
              <a:rPr kumimoji="1" lang="ja-JP" altLang="en-US" smtClean="0"/>
              <a:t>11</a:t>
            </a:fld>
            <a:endParaRPr kumimoji="1" lang="ja-JP" altLang="en-US"/>
          </a:p>
        </p:txBody>
      </p:sp>
    </p:spTree>
    <p:extLst>
      <p:ext uri="{BB962C8B-B14F-4D97-AF65-F5344CB8AC3E}">
        <p14:creationId xmlns:p14="http://schemas.microsoft.com/office/powerpoint/2010/main" val="279649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03995-364C-2B70-6064-95D2F28F183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0C882FF-6072-FBE1-06BF-5B700910903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A23F408-98B2-8539-10C8-359A02D87A7A}"/>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19ACE5C3-075F-034F-EE56-1F8702CD935F}"/>
              </a:ext>
            </a:extLst>
          </p:cNvPr>
          <p:cNvSpPr>
            <a:spLocks noGrp="1"/>
          </p:cNvSpPr>
          <p:nvPr>
            <p:ph type="sldNum" sz="quarter" idx="5"/>
          </p:nvPr>
        </p:nvSpPr>
        <p:spPr/>
        <p:txBody>
          <a:bodyPr/>
          <a:lstStyle/>
          <a:p>
            <a:fld id="{7BADD467-B609-4AC3-B644-C0C77303FE65}" type="slidenum">
              <a:rPr kumimoji="1" lang="ja-JP" altLang="en-US" smtClean="0"/>
              <a:t>12</a:t>
            </a:fld>
            <a:endParaRPr kumimoji="1" lang="ja-JP" altLang="en-US"/>
          </a:p>
        </p:txBody>
      </p:sp>
    </p:spTree>
    <p:extLst>
      <p:ext uri="{BB962C8B-B14F-4D97-AF65-F5344CB8AC3E}">
        <p14:creationId xmlns:p14="http://schemas.microsoft.com/office/powerpoint/2010/main" val="2083393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F8FAA-D986-80BD-D011-4F4A6DACA6A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F9D6224-4654-BFEE-334A-5A907DFC18E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98CEDCF-2CCA-E58C-AA74-C8365AF14887}"/>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95161A08-0B4C-7718-5DE5-1C3A52DCC085}"/>
              </a:ext>
            </a:extLst>
          </p:cNvPr>
          <p:cNvSpPr>
            <a:spLocks noGrp="1"/>
          </p:cNvSpPr>
          <p:nvPr>
            <p:ph type="sldNum" sz="quarter" idx="5"/>
          </p:nvPr>
        </p:nvSpPr>
        <p:spPr/>
        <p:txBody>
          <a:bodyPr/>
          <a:lstStyle/>
          <a:p>
            <a:fld id="{7BADD467-B609-4AC3-B644-C0C77303FE65}" type="slidenum">
              <a:rPr kumimoji="1" lang="ja-JP" altLang="en-US" smtClean="0"/>
              <a:t>14</a:t>
            </a:fld>
            <a:endParaRPr kumimoji="1" lang="ja-JP" altLang="en-US"/>
          </a:p>
        </p:txBody>
      </p:sp>
    </p:spTree>
    <p:extLst>
      <p:ext uri="{BB962C8B-B14F-4D97-AF65-F5344CB8AC3E}">
        <p14:creationId xmlns:p14="http://schemas.microsoft.com/office/powerpoint/2010/main" val="2630429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9C06-1038-FFFC-DEEF-D2A6DF6769E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812F673-B01B-3A78-4701-9DDC3F59206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8BB6AE-DC3A-6FA7-CDAC-03D3856F4919}"/>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207EF21C-3F2B-352A-1A1C-397160104FE2}"/>
              </a:ext>
            </a:extLst>
          </p:cNvPr>
          <p:cNvSpPr>
            <a:spLocks noGrp="1"/>
          </p:cNvSpPr>
          <p:nvPr>
            <p:ph type="sldNum" sz="quarter" idx="5"/>
          </p:nvPr>
        </p:nvSpPr>
        <p:spPr/>
        <p:txBody>
          <a:bodyPr/>
          <a:lstStyle/>
          <a:p>
            <a:fld id="{7BADD467-B609-4AC3-B644-C0C77303FE65}" type="slidenum">
              <a:rPr kumimoji="1" lang="ja-JP" altLang="en-US" smtClean="0"/>
              <a:t>15</a:t>
            </a:fld>
            <a:endParaRPr kumimoji="1" lang="ja-JP" altLang="en-US"/>
          </a:p>
        </p:txBody>
      </p:sp>
    </p:spTree>
    <p:extLst>
      <p:ext uri="{BB962C8B-B14F-4D97-AF65-F5344CB8AC3E}">
        <p14:creationId xmlns:p14="http://schemas.microsoft.com/office/powerpoint/2010/main" val="4053510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347DD-7913-FE50-F2DA-6CE5CACE01B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C66ED61-119A-3C7B-128C-578CB69D6BD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D08179D-C915-0C77-5689-AEBD4E8ED259}"/>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CA83D5ED-29B1-6C70-7E66-3A565821FA2B}"/>
              </a:ext>
            </a:extLst>
          </p:cNvPr>
          <p:cNvSpPr>
            <a:spLocks noGrp="1"/>
          </p:cNvSpPr>
          <p:nvPr>
            <p:ph type="sldNum" sz="quarter" idx="5"/>
          </p:nvPr>
        </p:nvSpPr>
        <p:spPr/>
        <p:txBody>
          <a:bodyPr/>
          <a:lstStyle/>
          <a:p>
            <a:fld id="{7BADD467-B609-4AC3-B644-C0C77303FE65}" type="slidenum">
              <a:rPr kumimoji="1" lang="ja-JP" altLang="en-US" smtClean="0"/>
              <a:t>16</a:t>
            </a:fld>
            <a:endParaRPr kumimoji="1" lang="ja-JP" altLang="en-US"/>
          </a:p>
        </p:txBody>
      </p:sp>
    </p:spTree>
    <p:extLst>
      <p:ext uri="{BB962C8B-B14F-4D97-AF65-F5344CB8AC3E}">
        <p14:creationId xmlns:p14="http://schemas.microsoft.com/office/powerpoint/2010/main" val="3112312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DBF6-A3D0-D945-FC78-7D3704A3027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2B00774-ECC3-A0CA-C1C8-239863F27E6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3EF1AF5-51CD-0CE6-6B44-2AA7D7D9EF14}"/>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276F5757-3321-FA8F-29F0-A5AC540B97F2}"/>
              </a:ext>
            </a:extLst>
          </p:cNvPr>
          <p:cNvSpPr>
            <a:spLocks noGrp="1"/>
          </p:cNvSpPr>
          <p:nvPr>
            <p:ph type="sldNum" sz="quarter" idx="5"/>
          </p:nvPr>
        </p:nvSpPr>
        <p:spPr/>
        <p:txBody>
          <a:bodyPr/>
          <a:lstStyle/>
          <a:p>
            <a:fld id="{7BADD467-B609-4AC3-B644-C0C77303FE65}" type="slidenum">
              <a:rPr kumimoji="1" lang="ja-JP" altLang="en-US" smtClean="0"/>
              <a:t>17</a:t>
            </a:fld>
            <a:endParaRPr kumimoji="1" lang="ja-JP" altLang="en-US"/>
          </a:p>
        </p:txBody>
      </p:sp>
    </p:spTree>
    <p:extLst>
      <p:ext uri="{BB962C8B-B14F-4D97-AF65-F5344CB8AC3E}">
        <p14:creationId xmlns:p14="http://schemas.microsoft.com/office/powerpoint/2010/main" val="3332043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97E6-8B4B-ECA5-E469-AF3775611C0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FA6F84B-CA79-2269-E6CF-E45D9AD8A38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58D5F1C-D75F-C69B-A963-19A7E75E8748}"/>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22D4FCC3-2AE8-6AEE-490A-BC130007F09A}"/>
              </a:ext>
            </a:extLst>
          </p:cNvPr>
          <p:cNvSpPr>
            <a:spLocks noGrp="1"/>
          </p:cNvSpPr>
          <p:nvPr>
            <p:ph type="sldNum" sz="quarter" idx="5"/>
          </p:nvPr>
        </p:nvSpPr>
        <p:spPr/>
        <p:txBody>
          <a:bodyPr/>
          <a:lstStyle/>
          <a:p>
            <a:fld id="{7BADD467-B609-4AC3-B644-C0C77303FE65}" type="slidenum">
              <a:rPr kumimoji="1" lang="ja-JP" altLang="en-US" smtClean="0"/>
              <a:t>18</a:t>
            </a:fld>
            <a:endParaRPr kumimoji="1" lang="ja-JP" altLang="en-US"/>
          </a:p>
        </p:txBody>
      </p:sp>
    </p:spTree>
    <p:extLst>
      <p:ext uri="{BB962C8B-B14F-4D97-AF65-F5344CB8AC3E}">
        <p14:creationId xmlns:p14="http://schemas.microsoft.com/office/powerpoint/2010/main" val="1123379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D6C71-D692-2DB2-117F-B1DE129FCE8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17E367B-F3A5-4304-64AD-B6EFBE19D2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C3B170D-FD91-A538-D5EB-BEB74EA5718E}"/>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3413EA5C-A400-78C6-56C2-BF3CE3EC1A5E}"/>
              </a:ext>
            </a:extLst>
          </p:cNvPr>
          <p:cNvSpPr>
            <a:spLocks noGrp="1"/>
          </p:cNvSpPr>
          <p:nvPr>
            <p:ph type="sldNum" sz="quarter" idx="5"/>
          </p:nvPr>
        </p:nvSpPr>
        <p:spPr/>
        <p:txBody>
          <a:bodyPr/>
          <a:lstStyle/>
          <a:p>
            <a:fld id="{7BADD467-B609-4AC3-B644-C0C77303FE65}" type="slidenum">
              <a:rPr kumimoji="1" lang="ja-JP" altLang="en-US" smtClean="0"/>
              <a:t>19</a:t>
            </a:fld>
            <a:endParaRPr kumimoji="1" lang="ja-JP" altLang="en-US"/>
          </a:p>
        </p:txBody>
      </p:sp>
    </p:spTree>
    <p:extLst>
      <p:ext uri="{BB962C8B-B14F-4D97-AF65-F5344CB8AC3E}">
        <p14:creationId xmlns:p14="http://schemas.microsoft.com/office/powerpoint/2010/main" val="1818389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5E44-54CC-F711-B108-FFB94AC90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E3777BE-2A39-92F6-65BA-A78BC965C79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FCE6BCC-37CF-C2EF-F2FD-8F80C03CB348}"/>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1FEEE6A9-1885-3591-23DD-543BC79B2819}"/>
              </a:ext>
            </a:extLst>
          </p:cNvPr>
          <p:cNvSpPr>
            <a:spLocks noGrp="1"/>
          </p:cNvSpPr>
          <p:nvPr>
            <p:ph type="sldNum" sz="quarter" idx="5"/>
          </p:nvPr>
        </p:nvSpPr>
        <p:spPr/>
        <p:txBody>
          <a:bodyPr/>
          <a:lstStyle/>
          <a:p>
            <a:fld id="{7BADD467-B609-4AC3-B644-C0C77303FE65}" type="slidenum">
              <a:rPr kumimoji="1" lang="ja-JP" altLang="en-US" smtClean="0"/>
              <a:t>20</a:t>
            </a:fld>
            <a:endParaRPr kumimoji="1" lang="ja-JP" altLang="en-US"/>
          </a:p>
        </p:txBody>
      </p:sp>
    </p:spTree>
    <p:extLst>
      <p:ext uri="{BB962C8B-B14F-4D97-AF65-F5344CB8AC3E}">
        <p14:creationId xmlns:p14="http://schemas.microsoft.com/office/powerpoint/2010/main" val="512328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2BD8-7798-443F-2208-327DC98489D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F1DCDEE-0D11-08A3-0D72-9DCA6E9AFD0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A8E4977-F56B-C89F-8AE1-453A3E5FD7DF}"/>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77308EFB-1789-4814-28D0-D02729257C74}"/>
              </a:ext>
            </a:extLst>
          </p:cNvPr>
          <p:cNvSpPr>
            <a:spLocks noGrp="1"/>
          </p:cNvSpPr>
          <p:nvPr>
            <p:ph type="sldNum" sz="quarter" idx="5"/>
          </p:nvPr>
        </p:nvSpPr>
        <p:spPr/>
        <p:txBody>
          <a:bodyPr/>
          <a:lstStyle/>
          <a:p>
            <a:fld id="{7BADD467-B609-4AC3-B644-C0C77303FE65}" type="slidenum">
              <a:rPr kumimoji="1" lang="ja-JP" altLang="en-US" smtClean="0"/>
              <a:t>23</a:t>
            </a:fld>
            <a:endParaRPr kumimoji="1" lang="ja-JP" altLang="en-US"/>
          </a:p>
        </p:txBody>
      </p:sp>
    </p:spTree>
    <p:extLst>
      <p:ext uri="{BB962C8B-B14F-4D97-AF65-F5344CB8AC3E}">
        <p14:creationId xmlns:p14="http://schemas.microsoft.com/office/powerpoint/2010/main" val="3975148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FC79-F11F-593F-D41D-DDC8367411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3E0C70A-DB28-7866-5078-B7367D5B924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0AA20FC-8A83-09B4-0150-7EB7FE265794}"/>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11C04D48-437B-FBCF-0E69-AA096ABF99D0}"/>
              </a:ext>
            </a:extLst>
          </p:cNvPr>
          <p:cNvSpPr>
            <a:spLocks noGrp="1"/>
          </p:cNvSpPr>
          <p:nvPr>
            <p:ph type="sldNum" sz="quarter" idx="5"/>
          </p:nvPr>
        </p:nvSpPr>
        <p:spPr/>
        <p:txBody>
          <a:bodyPr/>
          <a:lstStyle/>
          <a:p>
            <a:fld id="{7BADD467-B609-4AC3-B644-C0C77303FE65}" type="slidenum">
              <a:rPr kumimoji="1" lang="ja-JP" altLang="en-US" smtClean="0"/>
              <a:t>24</a:t>
            </a:fld>
            <a:endParaRPr kumimoji="1" lang="ja-JP" altLang="en-US"/>
          </a:p>
        </p:txBody>
      </p:sp>
    </p:spTree>
    <p:extLst>
      <p:ext uri="{BB962C8B-B14F-4D97-AF65-F5344CB8AC3E}">
        <p14:creationId xmlns:p14="http://schemas.microsoft.com/office/powerpoint/2010/main" val="1302064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4CB9B-5E31-678E-C381-365C3B8ADB7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B5F6874-B62E-B2E9-624E-55AD1C21771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A2A5F18-5FE1-8242-FCC9-B243D327F527}"/>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A472615B-39EF-995E-C2C9-382259115CEB}"/>
              </a:ext>
            </a:extLst>
          </p:cNvPr>
          <p:cNvSpPr>
            <a:spLocks noGrp="1"/>
          </p:cNvSpPr>
          <p:nvPr>
            <p:ph type="sldNum" sz="quarter" idx="5"/>
          </p:nvPr>
        </p:nvSpPr>
        <p:spPr/>
        <p:txBody>
          <a:bodyPr/>
          <a:lstStyle/>
          <a:p>
            <a:fld id="{7BADD467-B609-4AC3-B644-C0C77303FE65}" type="slidenum">
              <a:rPr kumimoji="1" lang="ja-JP" altLang="en-US" smtClean="0"/>
              <a:t>26</a:t>
            </a:fld>
            <a:endParaRPr kumimoji="1" lang="ja-JP" altLang="en-US"/>
          </a:p>
        </p:txBody>
      </p:sp>
    </p:spTree>
    <p:extLst>
      <p:ext uri="{BB962C8B-B14F-4D97-AF65-F5344CB8AC3E}">
        <p14:creationId xmlns:p14="http://schemas.microsoft.com/office/powerpoint/2010/main" val="4059706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67D5-112B-3263-1AF6-4604B11404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BD3CD3D-D94B-2BF5-DCB3-749077AFE46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87BB197-6CCA-A935-6974-3C0561589661}"/>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9D08DA34-CC74-54BD-C221-60A8962C0369}"/>
              </a:ext>
            </a:extLst>
          </p:cNvPr>
          <p:cNvSpPr>
            <a:spLocks noGrp="1"/>
          </p:cNvSpPr>
          <p:nvPr>
            <p:ph type="sldNum" sz="quarter" idx="5"/>
          </p:nvPr>
        </p:nvSpPr>
        <p:spPr/>
        <p:txBody>
          <a:bodyPr/>
          <a:lstStyle/>
          <a:p>
            <a:fld id="{7BADD467-B609-4AC3-B644-C0C77303FE65}" type="slidenum">
              <a:rPr kumimoji="1" lang="ja-JP" altLang="en-US" smtClean="0"/>
              <a:t>27</a:t>
            </a:fld>
            <a:endParaRPr kumimoji="1" lang="ja-JP" altLang="en-US"/>
          </a:p>
        </p:txBody>
      </p:sp>
    </p:spTree>
    <p:extLst>
      <p:ext uri="{BB962C8B-B14F-4D97-AF65-F5344CB8AC3E}">
        <p14:creationId xmlns:p14="http://schemas.microsoft.com/office/powerpoint/2010/main" val="194069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5FF8-5D0D-858F-46F0-A44EB0EFEC5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6134CA3-96FA-DB90-93DD-9B2AE179B7A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E4E8850-FA77-A687-4002-168373B81035}"/>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CB0178DB-2E14-2D54-AB86-BD35E20884DB}"/>
              </a:ext>
            </a:extLst>
          </p:cNvPr>
          <p:cNvSpPr>
            <a:spLocks noGrp="1"/>
          </p:cNvSpPr>
          <p:nvPr>
            <p:ph type="sldNum" sz="quarter" idx="5"/>
          </p:nvPr>
        </p:nvSpPr>
        <p:spPr/>
        <p:txBody>
          <a:bodyPr/>
          <a:lstStyle/>
          <a:p>
            <a:fld id="{7BADD467-B609-4AC3-B644-C0C77303FE65}" type="slidenum">
              <a:rPr kumimoji="1" lang="ja-JP" altLang="en-US" smtClean="0"/>
              <a:t>28</a:t>
            </a:fld>
            <a:endParaRPr kumimoji="1" lang="ja-JP" altLang="en-US"/>
          </a:p>
        </p:txBody>
      </p:sp>
    </p:spTree>
    <p:extLst>
      <p:ext uri="{BB962C8B-B14F-4D97-AF65-F5344CB8AC3E}">
        <p14:creationId xmlns:p14="http://schemas.microsoft.com/office/powerpoint/2010/main" val="115331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1654-20B0-21FF-8D83-6129D057141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324C97A-5695-44D0-D1D9-85550A688E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B1C871F-C4BD-CCCC-CEAA-F6EB96E114BC}"/>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5FB3D2E6-5626-DD98-2D36-CB858D3A2834}"/>
              </a:ext>
            </a:extLst>
          </p:cNvPr>
          <p:cNvSpPr>
            <a:spLocks noGrp="1"/>
          </p:cNvSpPr>
          <p:nvPr>
            <p:ph type="sldNum" sz="quarter" idx="5"/>
          </p:nvPr>
        </p:nvSpPr>
        <p:spPr/>
        <p:txBody>
          <a:bodyPr/>
          <a:lstStyle/>
          <a:p>
            <a:fld id="{7BADD467-B609-4AC3-B644-C0C77303FE65}" type="slidenum">
              <a:rPr kumimoji="1" lang="ja-JP" altLang="en-US" smtClean="0"/>
              <a:t>29</a:t>
            </a:fld>
            <a:endParaRPr kumimoji="1" lang="ja-JP" altLang="en-US"/>
          </a:p>
        </p:txBody>
      </p:sp>
    </p:spTree>
    <p:extLst>
      <p:ext uri="{BB962C8B-B14F-4D97-AF65-F5344CB8AC3E}">
        <p14:creationId xmlns:p14="http://schemas.microsoft.com/office/powerpoint/2010/main" val="548507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CDAF6-67D5-123D-C12B-874E704CEC8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A5F1EBB-A55F-C097-5D19-112F27E1996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1FFE6F1-4C2A-B8DF-6A0C-4CDD74F8CA4C}"/>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88E38BFC-78CF-3446-E3C5-7F5E75B57517}"/>
              </a:ext>
            </a:extLst>
          </p:cNvPr>
          <p:cNvSpPr>
            <a:spLocks noGrp="1"/>
          </p:cNvSpPr>
          <p:nvPr>
            <p:ph type="sldNum" sz="quarter" idx="5"/>
          </p:nvPr>
        </p:nvSpPr>
        <p:spPr/>
        <p:txBody>
          <a:bodyPr/>
          <a:lstStyle/>
          <a:p>
            <a:fld id="{7BADD467-B609-4AC3-B644-C0C77303FE65}" type="slidenum">
              <a:rPr kumimoji="1" lang="ja-JP" altLang="en-US" smtClean="0"/>
              <a:t>30</a:t>
            </a:fld>
            <a:endParaRPr kumimoji="1" lang="ja-JP" altLang="en-US"/>
          </a:p>
        </p:txBody>
      </p:sp>
    </p:spTree>
    <p:extLst>
      <p:ext uri="{BB962C8B-B14F-4D97-AF65-F5344CB8AC3E}">
        <p14:creationId xmlns:p14="http://schemas.microsoft.com/office/powerpoint/2010/main" val="20684976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20271-1FB7-38F2-32BE-8AEF63D55A6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8FDCE75-E733-A14B-FEA0-697B4855382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FE2191A-70EF-4DB2-393F-B2B7CBA1E7D9}"/>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9A99DD85-1CE2-A085-6488-E6A35C0C4291}"/>
              </a:ext>
            </a:extLst>
          </p:cNvPr>
          <p:cNvSpPr>
            <a:spLocks noGrp="1"/>
          </p:cNvSpPr>
          <p:nvPr>
            <p:ph type="sldNum" sz="quarter" idx="5"/>
          </p:nvPr>
        </p:nvSpPr>
        <p:spPr/>
        <p:txBody>
          <a:bodyPr/>
          <a:lstStyle/>
          <a:p>
            <a:fld id="{7BADD467-B609-4AC3-B644-C0C77303FE65}" type="slidenum">
              <a:rPr kumimoji="1" lang="ja-JP" altLang="en-US" smtClean="0"/>
              <a:t>31</a:t>
            </a:fld>
            <a:endParaRPr kumimoji="1" lang="ja-JP" altLang="en-US"/>
          </a:p>
        </p:txBody>
      </p:sp>
    </p:spTree>
    <p:extLst>
      <p:ext uri="{BB962C8B-B14F-4D97-AF65-F5344CB8AC3E}">
        <p14:creationId xmlns:p14="http://schemas.microsoft.com/office/powerpoint/2010/main" val="1472039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677C-C46A-102D-0B56-84156EA7240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8DF6E5D-E1B7-AAE9-7B27-DAB23E924EE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6C72A93-CBCB-B8B1-C4D5-7F801C02DC10}"/>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D10522E6-01D5-B7BD-DA6B-2BED16EE9FE3}"/>
              </a:ext>
            </a:extLst>
          </p:cNvPr>
          <p:cNvSpPr>
            <a:spLocks noGrp="1"/>
          </p:cNvSpPr>
          <p:nvPr>
            <p:ph type="sldNum" sz="quarter" idx="5"/>
          </p:nvPr>
        </p:nvSpPr>
        <p:spPr/>
        <p:txBody>
          <a:bodyPr/>
          <a:lstStyle/>
          <a:p>
            <a:fld id="{7BADD467-B609-4AC3-B644-C0C77303FE65}" type="slidenum">
              <a:rPr kumimoji="1" lang="ja-JP" altLang="en-US" smtClean="0"/>
              <a:t>32</a:t>
            </a:fld>
            <a:endParaRPr kumimoji="1" lang="ja-JP" altLang="en-US"/>
          </a:p>
        </p:txBody>
      </p:sp>
    </p:spTree>
    <p:extLst>
      <p:ext uri="{BB962C8B-B14F-4D97-AF65-F5344CB8AC3E}">
        <p14:creationId xmlns:p14="http://schemas.microsoft.com/office/powerpoint/2010/main" val="2749954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10667-B1B8-F9C6-64D0-94A9C3057F1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D79529D-70F5-1737-C2E3-46B01A64BCF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8DBBAB7-1E3B-D198-1D6B-D57F045FB337}"/>
              </a:ext>
            </a:extLst>
          </p:cNvPr>
          <p:cNvSpPr>
            <a:spLocks noGrp="1"/>
          </p:cNvSpPr>
          <p:nvPr>
            <p:ph type="body" idx="1"/>
          </p:nvPr>
        </p:nvSpPr>
        <p:spPr/>
        <p:txBody>
          <a:bodyPr/>
          <a:lstStyle/>
          <a:p>
            <a:endParaRPr kumimoji="1" lang="ja-JP" altLang="en-US" dirty="0"/>
          </a:p>
        </p:txBody>
      </p:sp>
      <p:sp>
        <p:nvSpPr>
          <p:cNvPr id="4" name="슬라이드 번호 개체 틀 3">
            <a:extLst>
              <a:ext uri="{FF2B5EF4-FFF2-40B4-BE49-F238E27FC236}">
                <a16:creationId xmlns:a16="http://schemas.microsoft.com/office/drawing/2014/main" id="{75BD7F27-701B-68B6-435C-3E5AA9F2AF11}"/>
              </a:ext>
            </a:extLst>
          </p:cNvPr>
          <p:cNvSpPr>
            <a:spLocks noGrp="1"/>
          </p:cNvSpPr>
          <p:nvPr>
            <p:ph type="sldNum" sz="quarter" idx="5"/>
          </p:nvPr>
        </p:nvSpPr>
        <p:spPr/>
        <p:txBody>
          <a:bodyPr/>
          <a:lstStyle/>
          <a:p>
            <a:fld id="{7BADD467-B609-4AC3-B644-C0C77303FE65}" type="slidenum">
              <a:rPr kumimoji="1" lang="ja-JP" altLang="en-US" smtClean="0"/>
              <a:t>33</a:t>
            </a:fld>
            <a:endParaRPr kumimoji="1" lang="ja-JP" altLang="en-US"/>
          </a:p>
        </p:txBody>
      </p:sp>
    </p:spTree>
    <p:extLst>
      <p:ext uri="{BB962C8B-B14F-4D97-AF65-F5344CB8AC3E}">
        <p14:creationId xmlns:p14="http://schemas.microsoft.com/office/powerpoint/2010/main" val="250404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5789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8719A06-D1EC-0DC9-DE0E-7D3C0C7FA16D}"/>
              </a:ext>
            </a:extLst>
          </p:cNvPr>
          <p:cNvSpPr/>
          <p:nvPr userDrawn="1"/>
        </p:nvSpPr>
        <p:spPr>
          <a:xfrm>
            <a:off x="0" y="0"/>
            <a:ext cx="12192000" cy="6858000"/>
          </a:xfrm>
          <a:prstGeom prst="rect">
            <a:avLst/>
          </a:prstGeom>
          <a:noFill/>
          <a:ln w="76200">
            <a:solidFill>
              <a:srgbClr val="0000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612F5489-0C55-FE2D-6355-07320E480B11}"/>
              </a:ext>
            </a:extLst>
          </p:cNvPr>
          <p:cNvSpPr txBox="1">
            <a:spLocks/>
          </p:cNvSpPr>
          <p:nvPr userDrawn="1"/>
        </p:nvSpPr>
        <p:spPr>
          <a:xfrm>
            <a:off x="768350" y="2186971"/>
            <a:ext cx="4083050" cy="47367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sp>
        <p:nvSpPr>
          <p:cNvPr id="6" name="字幕 2">
            <a:extLst>
              <a:ext uri="{FF2B5EF4-FFF2-40B4-BE49-F238E27FC236}">
                <a16:creationId xmlns:a16="http://schemas.microsoft.com/office/drawing/2014/main" id="{006F996A-8A18-8EB2-39A9-12DBF2E894BE}"/>
              </a:ext>
            </a:extLst>
          </p:cNvPr>
          <p:cNvSpPr txBox="1">
            <a:spLocks/>
          </p:cNvSpPr>
          <p:nvPr userDrawn="1"/>
        </p:nvSpPr>
        <p:spPr>
          <a:xfrm>
            <a:off x="736600" y="2862263"/>
            <a:ext cx="4495800" cy="1587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3600" b="1">
              <a:solidFill>
                <a:srgbClr val="00004B"/>
              </a:solidFill>
              <a:latin typeface="Segoe UI" panose="020B0502040204020203" pitchFamily="34" charset="0"/>
              <a:ea typeface="ＭＳ ゴシック" panose="020B0609070205080204" pitchFamily="49" charset="-128"/>
              <a:cs typeface="Segoe UI" panose="020B0502040204020203" pitchFamily="34" charset="0"/>
            </a:endParaRPr>
          </a:p>
        </p:txBody>
      </p:sp>
      <p:sp>
        <p:nvSpPr>
          <p:cNvPr id="7" name="タイトル 1">
            <a:extLst>
              <a:ext uri="{FF2B5EF4-FFF2-40B4-BE49-F238E27FC236}">
                <a16:creationId xmlns:a16="http://schemas.microsoft.com/office/drawing/2014/main" id="{6BC8AE8D-55C9-8550-310D-0CBFF7BC61A7}"/>
              </a:ext>
            </a:extLst>
          </p:cNvPr>
          <p:cNvSpPr txBox="1">
            <a:spLocks/>
          </p:cNvSpPr>
          <p:nvPr userDrawn="1"/>
        </p:nvSpPr>
        <p:spPr>
          <a:xfrm>
            <a:off x="755650" y="4250721"/>
            <a:ext cx="40830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pic>
        <p:nvPicPr>
          <p:cNvPr id="2" name="グラフィックス 1">
            <a:extLst>
              <a:ext uri="{FF2B5EF4-FFF2-40B4-BE49-F238E27FC236}">
                <a16:creationId xmlns:a16="http://schemas.microsoft.com/office/drawing/2014/main" id="{9C697E4B-B661-AA5C-FEEB-D581D050B89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90086" y="115283"/>
            <a:ext cx="1480228" cy="500665"/>
          </a:xfrm>
          <a:prstGeom prst="rect">
            <a:avLst/>
          </a:prstGeom>
        </p:spPr>
      </p:pic>
    </p:spTree>
    <p:extLst>
      <p:ext uri="{BB962C8B-B14F-4D97-AF65-F5344CB8AC3E}">
        <p14:creationId xmlns:p14="http://schemas.microsoft.com/office/powerpoint/2010/main" val="17810990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スライド（ロゴあり）">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612F5489-0C55-FE2D-6355-07320E480B11}"/>
              </a:ext>
            </a:extLst>
          </p:cNvPr>
          <p:cNvSpPr txBox="1">
            <a:spLocks/>
          </p:cNvSpPr>
          <p:nvPr userDrawn="1"/>
        </p:nvSpPr>
        <p:spPr>
          <a:xfrm>
            <a:off x="768350" y="2186971"/>
            <a:ext cx="4083050" cy="47367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sp>
        <p:nvSpPr>
          <p:cNvPr id="6" name="字幕 2">
            <a:extLst>
              <a:ext uri="{FF2B5EF4-FFF2-40B4-BE49-F238E27FC236}">
                <a16:creationId xmlns:a16="http://schemas.microsoft.com/office/drawing/2014/main" id="{006F996A-8A18-8EB2-39A9-12DBF2E894BE}"/>
              </a:ext>
            </a:extLst>
          </p:cNvPr>
          <p:cNvSpPr txBox="1">
            <a:spLocks/>
          </p:cNvSpPr>
          <p:nvPr userDrawn="1"/>
        </p:nvSpPr>
        <p:spPr>
          <a:xfrm>
            <a:off x="736600" y="2862263"/>
            <a:ext cx="4495800" cy="1587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3600" b="1">
              <a:solidFill>
                <a:srgbClr val="00004B"/>
              </a:solidFill>
              <a:latin typeface="Segoe UI" panose="020B0502040204020203" pitchFamily="34" charset="0"/>
              <a:ea typeface="ＭＳ ゴシック" panose="020B0609070205080204" pitchFamily="49" charset="-128"/>
              <a:cs typeface="Segoe UI" panose="020B0502040204020203" pitchFamily="34" charset="0"/>
            </a:endParaRPr>
          </a:p>
        </p:txBody>
      </p:sp>
      <p:sp>
        <p:nvSpPr>
          <p:cNvPr id="7" name="タイトル 1">
            <a:extLst>
              <a:ext uri="{FF2B5EF4-FFF2-40B4-BE49-F238E27FC236}">
                <a16:creationId xmlns:a16="http://schemas.microsoft.com/office/drawing/2014/main" id="{6BC8AE8D-55C9-8550-310D-0CBFF7BC61A7}"/>
              </a:ext>
            </a:extLst>
          </p:cNvPr>
          <p:cNvSpPr txBox="1">
            <a:spLocks/>
          </p:cNvSpPr>
          <p:nvPr userDrawn="1"/>
        </p:nvSpPr>
        <p:spPr>
          <a:xfrm>
            <a:off x="755650" y="4250721"/>
            <a:ext cx="40830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cxnSp>
        <p:nvCxnSpPr>
          <p:cNvPr id="2" name="直線コネクタ 1">
            <a:extLst>
              <a:ext uri="{FF2B5EF4-FFF2-40B4-BE49-F238E27FC236}">
                <a16:creationId xmlns:a16="http://schemas.microsoft.com/office/drawing/2014/main" id="{A32044E2-013A-A153-B659-C3F73B7EA12D}"/>
              </a:ext>
            </a:extLst>
          </p:cNvPr>
          <p:cNvCxnSpPr/>
          <p:nvPr userDrawn="1"/>
        </p:nvCxnSpPr>
        <p:spPr>
          <a:xfrm>
            <a:off x="0" y="0"/>
            <a:ext cx="12192000" cy="0"/>
          </a:xfrm>
          <a:prstGeom prst="line">
            <a:avLst/>
          </a:prstGeom>
          <a:ln w="76200">
            <a:solidFill>
              <a:srgbClr val="00004B"/>
            </a:solidFill>
          </a:ln>
        </p:spPr>
        <p:style>
          <a:lnRef idx="2">
            <a:schemeClr val="accent1"/>
          </a:lnRef>
          <a:fillRef idx="0">
            <a:schemeClr val="accent1"/>
          </a:fillRef>
          <a:effectRef idx="1">
            <a:schemeClr val="accent1"/>
          </a:effectRef>
          <a:fontRef idx="minor">
            <a:schemeClr val="tx1"/>
          </a:fontRef>
        </p:style>
      </p:cxnSp>
      <p:pic>
        <p:nvPicPr>
          <p:cNvPr id="3" name="グラフィックス 2">
            <a:extLst>
              <a:ext uri="{FF2B5EF4-FFF2-40B4-BE49-F238E27FC236}">
                <a16:creationId xmlns:a16="http://schemas.microsoft.com/office/drawing/2014/main" id="{08BE8B1A-A765-AD33-752E-3453AC842F0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90086" y="115283"/>
            <a:ext cx="1480228" cy="500665"/>
          </a:xfrm>
          <a:prstGeom prst="rect">
            <a:avLst/>
          </a:prstGeom>
        </p:spPr>
      </p:pic>
      <p:sp>
        <p:nvSpPr>
          <p:cNvPr id="15" name="タイトル 14">
            <a:extLst>
              <a:ext uri="{FF2B5EF4-FFF2-40B4-BE49-F238E27FC236}">
                <a16:creationId xmlns:a16="http://schemas.microsoft.com/office/drawing/2014/main" id="{F8BEF508-4682-FB0F-3C1C-FAD520748841}"/>
              </a:ext>
            </a:extLst>
          </p:cNvPr>
          <p:cNvSpPr>
            <a:spLocks noGrp="1"/>
          </p:cNvSpPr>
          <p:nvPr>
            <p:ph type="title"/>
          </p:nvPr>
        </p:nvSpPr>
        <p:spPr>
          <a:xfrm>
            <a:off x="0" y="39948"/>
            <a:ext cx="10590086" cy="576000"/>
          </a:xfrm>
          <a:prstGeom prst="rect">
            <a:avLst/>
          </a:prstGeom>
        </p:spPr>
        <p:txBody>
          <a:bodyPr anchor="ctr"/>
          <a:lstStyle>
            <a:lvl1pPr>
              <a:defRPr sz="2400">
                <a:latin typeface="ＭＳ ゴシック" panose="020B0609070205080204" pitchFamily="49" charset="-128"/>
                <a:ea typeface="ＭＳ ゴシック" panose="020B0609070205080204" pitchFamily="49"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40428322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スライド（ロゴなし）">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612F5489-0C55-FE2D-6355-07320E480B11}"/>
              </a:ext>
            </a:extLst>
          </p:cNvPr>
          <p:cNvSpPr txBox="1">
            <a:spLocks/>
          </p:cNvSpPr>
          <p:nvPr userDrawn="1"/>
        </p:nvSpPr>
        <p:spPr>
          <a:xfrm>
            <a:off x="768350" y="2186971"/>
            <a:ext cx="4083050" cy="47367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sp>
        <p:nvSpPr>
          <p:cNvPr id="6" name="字幕 2">
            <a:extLst>
              <a:ext uri="{FF2B5EF4-FFF2-40B4-BE49-F238E27FC236}">
                <a16:creationId xmlns:a16="http://schemas.microsoft.com/office/drawing/2014/main" id="{006F996A-8A18-8EB2-39A9-12DBF2E894BE}"/>
              </a:ext>
            </a:extLst>
          </p:cNvPr>
          <p:cNvSpPr txBox="1">
            <a:spLocks/>
          </p:cNvSpPr>
          <p:nvPr userDrawn="1"/>
        </p:nvSpPr>
        <p:spPr>
          <a:xfrm>
            <a:off x="736600" y="2862263"/>
            <a:ext cx="4495800" cy="1587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3600" b="1">
              <a:solidFill>
                <a:srgbClr val="00004B"/>
              </a:solidFill>
              <a:latin typeface="Segoe UI" panose="020B0502040204020203" pitchFamily="34" charset="0"/>
              <a:ea typeface="ＭＳ ゴシック" panose="020B0609070205080204" pitchFamily="49" charset="-128"/>
              <a:cs typeface="Segoe UI" panose="020B0502040204020203" pitchFamily="34" charset="0"/>
            </a:endParaRPr>
          </a:p>
        </p:txBody>
      </p:sp>
      <p:sp>
        <p:nvSpPr>
          <p:cNvPr id="7" name="タイトル 1">
            <a:extLst>
              <a:ext uri="{FF2B5EF4-FFF2-40B4-BE49-F238E27FC236}">
                <a16:creationId xmlns:a16="http://schemas.microsoft.com/office/drawing/2014/main" id="{6BC8AE8D-55C9-8550-310D-0CBFF7BC61A7}"/>
              </a:ext>
            </a:extLst>
          </p:cNvPr>
          <p:cNvSpPr txBox="1">
            <a:spLocks/>
          </p:cNvSpPr>
          <p:nvPr userDrawn="1"/>
        </p:nvSpPr>
        <p:spPr>
          <a:xfrm>
            <a:off x="755650" y="4250721"/>
            <a:ext cx="40830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cxnSp>
        <p:nvCxnSpPr>
          <p:cNvPr id="2" name="直線コネクタ 1">
            <a:extLst>
              <a:ext uri="{FF2B5EF4-FFF2-40B4-BE49-F238E27FC236}">
                <a16:creationId xmlns:a16="http://schemas.microsoft.com/office/drawing/2014/main" id="{A32044E2-013A-A153-B659-C3F73B7EA12D}"/>
              </a:ext>
            </a:extLst>
          </p:cNvPr>
          <p:cNvCxnSpPr/>
          <p:nvPr userDrawn="1"/>
        </p:nvCxnSpPr>
        <p:spPr>
          <a:xfrm>
            <a:off x="0" y="0"/>
            <a:ext cx="12192000" cy="0"/>
          </a:xfrm>
          <a:prstGeom prst="line">
            <a:avLst/>
          </a:prstGeom>
          <a:ln w="76200">
            <a:solidFill>
              <a:srgbClr val="00004B"/>
            </a:solidFill>
          </a:ln>
        </p:spPr>
        <p:style>
          <a:lnRef idx="2">
            <a:schemeClr val="accent1"/>
          </a:lnRef>
          <a:fillRef idx="0">
            <a:schemeClr val="accent1"/>
          </a:fillRef>
          <a:effectRef idx="1">
            <a:schemeClr val="accent1"/>
          </a:effectRef>
          <a:fontRef idx="minor">
            <a:schemeClr val="tx1"/>
          </a:fontRef>
        </p:style>
      </p:cxnSp>
      <p:sp>
        <p:nvSpPr>
          <p:cNvPr id="4" name="タイトル 14">
            <a:extLst>
              <a:ext uri="{FF2B5EF4-FFF2-40B4-BE49-F238E27FC236}">
                <a16:creationId xmlns:a16="http://schemas.microsoft.com/office/drawing/2014/main" id="{BC4D86A5-C0FD-7EFA-6CFA-3AB19B3CC82D}"/>
              </a:ext>
            </a:extLst>
          </p:cNvPr>
          <p:cNvSpPr>
            <a:spLocks noGrp="1"/>
          </p:cNvSpPr>
          <p:nvPr>
            <p:ph type="title"/>
          </p:nvPr>
        </p:nvSpPr>
        <p:spPr>
          <a:xfrm>
            <a:off x="0" y="39948"/>
            <a:ext cx="10590086" cy="576000"/>
          </a:xfrm>
          <a:prstGeom prst="rect">
            <a:avLst/>
          </a:prstGeom>
        </p:spPr>
        <p:txBody>
          <a:bodyPr anchor="ctr"/>
          <a:lstStyle>
            <a:lvl1pPr>
              <a:defRPr sz="2400">
                <a:latin typeface="ＭＳ ゴシック" panose="020B0609070205080204" pitchFamily="49" charset="-128"/>
                <a:ea typeface="ＭＳ ゴシック" panose="020B0609070205080204" pitchFamily="49"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20280035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ロゴあり）">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612F5489-0C55-FE2D-6355-07320E480B11}"/>
              </a:ext>
            </a:extLst>
          </p:cNvPr>
          <p:cNvSpPr txBox="1">
            <a:spLocks/>
          </p:cNvSpPr>
          <p:nvPr userDrawn="1"/>
        </p:nvSpPr>
        <p:spPr>
          <a:xfrm>
            <a:off x="768350" y="2186971"/>
            <a:ext cx="4083050" cy="47367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sp>
        <p:nvSpPr>
          <p:cNvPr id="6" name="字幕 2">
            <a:extLst>
              <a:ext uri="{FF2B5EF4-FFF2-40B4-BE49-F238E27FC236}">
                <a16:creationId xmlns:a16="http://schemas.microsoft.com/office/drawing/2014/main" id="{006F996A-8A18-8EB2-39A9-12DBF2E894BE}"/>
              </a:ext>
            </a:extLst>
          </p:cNvPr>
          <p:cNvSpPr txBox="1">
            <a:spLocks/>
          </p:cNvSpPr>
          <p:nvPr userDrawn="1"/>
        </p:nvSpPr>
        <p:spPr>
          <a:xfrm>
            <a:off x="736600" y="2862263"/>
            <a:ext cx="4495800" cy="1587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3600" b="1">
              <a:solidFill>
                <a:srgbClr val="00004B"/>
              </a:solidFill>
              <a:latin typeface="Segoe UI" panose="020B0502040204020203" pitchFamily="34" charset="0"/>
              <a:ea typeface="ＭＳ ゴシック" panose="020B0609070205080204" pitchFamily="49" charset="-128"/>
              <a:cs typeface="Segoe UI" panose="020B0502040204020203" pitchFamily="34" charset="0"/>
            </a:endParaRPr>
          </a:p>
        </p:txBody>
      </p:sp>
      <p:sp>
        <p:nvSpPr>
          <p:cNvPr id="7" name="タイトル 1">
            <a:extLst>
              <a:ext uri="{FF2B5EF4-FFF2-40B4-BE49-F238E27FC236}">
                <a16:creationId xmlns:a16="http://schemas.microsoft.com/office/drawing/2014/main" id="{6BC8AE8D-55C9-8550-310D-0CBFF7BC61A7}"/>
              </a:ext>
            </a:extLst>
          </p:cNvPr>
          <p:cNvSpPr txBox="1">
            <a:spLocks/>
          </p:cNvSpPr>
          <p:nvPr userDrawn="1"/>
        </p:nvSpPr>
        <p:spPr>
          <a:xfrm>
            <a:off x="755650" y="4250721"/>
            <a:ext cx="40830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cxnSp>
        <p:nvCxnSpPr>
          <p:cNvPr id="2" name="直線コネクタ 1">
            <a:extLst>
              <a:ext uri="{FF2B5EF4-FFF2-40B4-BE49-F238E27FC236}">
                <a16:creationId xmlns:a16="http://schemas.microsoft.com/office/drawing/2014/main" id="{A32044E2-013A-A153-B659-C3F73B7EA12D}"/>
              </a:ext>
            </a:extLst>
          </p:cNvPr>
          <p:cNvCxnSpPr/>
          <p:nvPr userDrawn="1"/>
        </p:nvCxnSpPr>
        <p:spPr>
          <a:xfrm>
            <a:off x="0" y="0"/>
            <a:ext cx="12192000" cy="0"/>
          </a:xfrm>
          <a:prstGeom prst="line">
            <a:avLst/>
          </a:prstGeom>
          <a:ln w="76200">
            <a:solidFill>
              <a:srgbClr val="00004B"/>
            </a:solidFill>
          </a:ln>
        </p:spPr>
        <p:style>
          <a:lnRef idx="2">
            <a:schemeClr val="accent1"/>
          </a:lnRef>
          <a:fillRef idx="0">
            <a:schemeClr val="accent1"/>
          </a:fillRef>
          <a:effectRef idx="1">
            <a:schemeClr val="accent1"/>
          </a:effectRef>
          <a:fontRef idx="minor">
            <a:schemeClr val="tx1"/>
          </a:fontRef>
        </p:style>
      </p:cxnSp>
      <p:pic>
        <p:nvPicPr>
          <p:cNvPr id="3" name="グラフィックス 2">
            <a:extLst>
              <a:ext uri="{FF2B5EF4-FFF2-40B4-BE49-F238E27FC236}">
                <a16:creationId xmlns:a16="http://schemas.microsoft.com/office/drawing/2014/main" id="{08BE8B1A-A765-AD33-752E-3453AC842F0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90086" y="115283"/>
            <a:ext cx="1480228" cy="500665"/>
          </a:xfrm>
          <a:prstGeom prst="rect">
            <a:avLst/>
          </a:prstGeom>
        </p:spPr>
      </p:pic>
      <p:sp>
        <p:nvSpPr>
          <p:cNvPr id="15" name="タイトル 14">
            <a:extLst>
              <a:ext uri="{FF2B5EF4-FFF2-40B4-BE49-F238E27FC236}">
                <a16:creationId xmlns:a16="http://schemas.microsoft.com/office/drawing/2014/main" id="{F8BEF508-4682-FB0F-3C1C-FAD520748841}"/>
              </a:ext>
            </a:extLst>
          </p:cNvPr>
          <p:cNvSpPr>
            <a:spLocks noGrp="1"/>
          </p:cNvSpPr>
          <p:nvPr>
            <p:ph type="title"/>
          </p:nvPr>
        </p:nvSpPr>
        <p:spPr>
          <a:xfrm>
            <a:off x="800957" y="3141000"/>
            <a:ext cx="10590086" cy="576000"/>
          </a:xfrm>
          <a:prstGeom prst="rect">
            <a:avLst/>
          </a:prstGeom>
        </p:spPr>
        <p:txBody>
          <a:bodyPr anchor="ctr"/>
          <a:lstStyle>
            <a:lvl1pPr>
              <a:defRPr sz="3600" b="1">
                <a:latin typeface="ＭＳ ゴシック" panose="020B0609070205080204" pitchFamily="49" charset="-128"/>
                <a:ea typeface="ＭＳ ゴシック" panose="020B0609070205080204" pitchFamily="49"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1626423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ロゴなし）">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612F5489-0C55-FE2D-6355-07320E480B11}"/>
              </a:ext>
            </a:extLst>
          </p:cNvPr>
          <p:cNvSpPr txBox="1">
            <a:spLocks/>
          </p:cNvSpPr>
          <p:nvPr userDrawn="1"/>
        </p:nvSpPr>
        <p:spPr>
          <a:xfrm>
            <a:off x="768350" y="2186971"/>
            <a:ext cx="4083050" cy="47367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sp>
        <p:nvSpPr>
          <p:cNvPr id="6" name="字幕 2">
            <a:extLst>
              <a:ext uri="{FF2B5EF4-FFF2-40B4-BE49-F238E27FC236}">
                <a16:creationId xmlns:a16="http://schemas.microsoft.com/office/drawing/2014/main" id="{006F996A-8A18-8EB2-39A9-12DBF2E894BE}"/>
              </a:ext>
            </a:extLst>
          </p:cNvPr>
          <p:cNvSpPr txBox="1">
            <a:spLocks/>
          </p:cNvSpPr>
          <p:nvPr userDrawn="1"/>
        </p:nvSpPr>
        <p:spPr>
          <a:xfrm>
            <a:off x="736600" y="2862263"/>
            <a:ext cx="4495800" cy="1587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3600" b="1">
              <a:solidFill>
                <a:srgbClr val="00004B"/>
              </a:solidFill>
              <a:latin typeface="Segoe UI" panose="020B0502040204020203" pitchFamily="34" charset="0"/>
              <a:ea typeface="ＭＳ ゴシック" panose="020B0609070205080204" pitchFamily="49" charset="-128"/>
              <a:cs typeface="Segoe UI" panose="020B0502040204020203" pitchFamily="34" charset="0"/>
            </a:endParaRPr>
          </a:p>
        </p:txBody>
      </p:sp>
      <p:sp>
        <p:nvSpPr>
          <p:cNvPr id="7" name="タイトル 1">
            <a:extLst>
              <a:ext uri="{FF2B5EF4-FFF2-40B4-BE49-F238E27FC236}">
                <a16:creationId xmlns:a16="http://schemas.microsoft.com/office/drawing/2014/main" id="{6BC8AE8D-55C9-8550-310D-0CBFF7BC61A7}"/>
              </a:ext>
            </a:extLst>
          </p:cNvPr>
          <p:cNvSpPr txBox="1">
            <a:spLocks/>
          </p:cNvSpPr>
          <p:nvPr userDrawn="1"/>
        </p:nvSpPr>
        <p:spPr>
          <a:xfrm>
            <a:off x="755650" y="4250721"/>
            <a:ext cx="40830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endPar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endParaRPr>
          </a:p>
        </p:txBody>
      </p:sp>
      <p:cxnSp>
        <p:nvCxnSpPr>
          <p:cNvPr id="2" name="直線コネクタ 1">
            <a:extLst>
              <a:ext uri="{FF2B5EF4-FFF2-40B4-BE49-F238E27FC236}">
                <a16:creationId xmlns:a16="http://schemas.microsoft.com/office/drawing/2014/main" id="{A32044E2-013A-A153-B659-C3F73B7EA12D}"/>
              </a:ext>
            </a:extLst>
          </p:cNvPr>
          <p:cNvCxnSpPr/>
          <p:nvPr userDrawn="1"/>
        </p:nvCxnSpPr>
        <p:spPr>
          <a:xfrm>
            <a:off x="0" y="0"/>
            <a:ext cx="12192000" cy="0"/>
          </a:xfrm>
          <a:prstGeom prst="line">
            <a:avLst/>
          </a:prstGeom>
          <a:ln w="76200">
            <a:solidFill>
              <a:srgbClr val="00004B"/>
            </a:solidFill>
          </a:ln>
        </p:spPr>
        <p:style>
          <a:lnRef idx="2">
            <a:schemeClr val="accent1"/>
          </a:lnRef>
          <a:fillRef idx="0">
            <a:schemeClr val="accent1"/>
          </a:fillRef>
          <a:effectRef idx="1">
            <a:schemeClr val="accent1"/>
          </a:effectRef>
          <a:fontRef idx="minor">
            <a:schemeClr val="tx1"/>
          </a:fontRef>
        </p:style>
      </p:cxnSp>
      <p:sp>
        <p:nvSpPr>
          <p:cNvPr id="15" name="タイトル 14">
            <a:extLst>
              <a:ext uri="{FF2B5EF4-FFF2-40B4-BE49-F238E27FC236}">
                <a16:creationId xmlns:a16="http://schemas.microsoft.com/office/drawing/2014/main" id="{F8BEF508-4682-FB0F-3C1C-FAD520748841}"/>
              </a:ext>
            </a:extLst>
          </p:cNvPr>
          <p:cNvSpPr>
            <a:spLocks noGrp="1"/>
          </p:cNvSpPr>
          <p:nvPr>
            <p:ph type="title"/>
          </p:nvPr>
        </p:nvSpPr>
        <p:spPr>
          <a:xfrm>
            <a:off x="800957" y="3141000"/>
            <a:ext cx="10590086" cy="576000"/>
          </a:xfrm>
          <a:prstGeom prst="rect">
            <a:avLst/>
          </a:prstGeom>
        </p:spPr>
        <p:txBody>
          <a:bodyPr anchor="ctr"/>
          <a:lstStyle>
            <a:lvl1pPr>
              <a:defRPr sz="3600" b="1">
                <a:latin typeface="ＭＳ ゴシック" panose="020B0609070205080204" pitchFamily="49" charset="-128"/>
                <a:ea typeface="ＭＳ ゴシック" panose="020B0609070205080204" pitchFamily="49"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748667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0768328"/>
      </p:ext>
    </p:extLst>
  </p:cSld>
  <p:clrMap bg1="lt1" tx1="dk1" bg2="lt2" tx2="dk2" accent1="accent1" accent2="accent2" accent3="accent3" accent4="accent4" accent5="accent5" accent6="accent6" hlink="hlink" folHlink="folHlink"/>
  <p:sldLayoutIdLst>
    <p:sldLayoutId id="2147483656" r:id="rId1"/>
    <p:sldLayoutId id="2147483649" r:id="rId2"/>
    <p:sldLayoutId id="2147483650" r:id="rId3"/>
    <p:sldLayoutId id="2147483652" r:id="rId4"/>
    <p:sldLayoutId id="2147483653" r:id="rId5"/>
    <p:sldLayoutId id="2147483655" r:id="rId6"/>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microsoft-copilot-studio/billing-licensing"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s://learn.microsoft.com/ja-jp/microsoft-copilot-studio/requirements-messages-management" TargetMode="External"/><Relationship Id="rId5" Type="http://schemas.openxmlformats.org/officeDocument/2006/relationships/hyperlink" Target="https://learn.microsoft.com/ja-jp/microsoft-copilot-studio/billing-licensing"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ja-jp/copilot/microsoft-365/microsoft-365-copilot-licensing#microsoft-365-copilot-license"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portal.azure.com/"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hyperlink" Target="https://admin.microsoft.com/" TargetMode="External"/><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hyperlink" Target="https://admin.powerplatform.microsoft.com/"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hyperlink" Target="https://learn.microsoft.com/ja-jp/troubleshoot/power-platform/copilot-studio/licensing/authors-access"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hyperlink" Target="https://admin.powerplatform.microsoft.com/"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ekfujiwara.com/tech/powerplatform/7138/"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qiita.com/tomoyasasaki1204/items/52229e16c4dcdebca965" TargetMode="External"/><Relationship Id="rId5" Type="http://schemas.openxmlformats.org/officeDocument/2006/relationships/hyperlink" Target="https://qiita.com/tomoyasasaki1204/items/cb480625e34d4467528f" TargetMode="External"/><Relationship Id="rId4" Type="http://schemas.openxmlformats.org/officeDocument/2006/relationships/hyperlink" Target="https://qiita.com/tomoyasasaki1204/items/1f9a5bcce51d3db3d17b"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DC649-3303-5C5B-9307-5D28839B0A5B}"/>
              </a:ext>
            </a:extLst>
          </p:cNvPr>
          <p:cNvSpPr>
            <a:spLocks noGrp="1"/>
          </p:cNvSpPr>
          <p:nvPr>
            <p:ph type="ctrTitle" idx="4294967295"/>
          </p:nvPr>
        </p:nvSpPr>
        <p:spPr>
          <a:xfrm>
            <a:off x="768350" y="2186971"/>
            <a:ext cx="5327650" cy="473679"/>
          </a:xfrm>
          <a:prstGeom prst="rect">
            <a:avLst/>
          </a:prstGeom>
        </p:spPr>
        <p:txBody>
          <a:bodyPr/>
          <a:lstStyle/>
          <a:p>
            <a:pPr algn="l"/>
            <a:r>
              <a:rPr kumimoji="1"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Copilot Studio</a:t>
            </a:r>
            <a:r>
              <a:rPr kumimoji="1"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トレーニング</a:t>
            </a:r>
          </a:p>
        </p:txBody>
      </p:sp>
      <p:sp>
        <p:nvSpPr>
          <p:cNvPr id="3" name="字幕 2">
            <a:extLst>
              <a:ext uri="{FF2B5EF4-FFF2-40B4-BE49-F238E27FC236}">
                <a16:creationId xmlns:a16="http://schemas.microsoft.com/office/drawing/2014/main" id="{67E0F073-4DAB-02BC-FE75-B64AC7B002C6}"/>
              </a:ext>
            </a:extLst>
          </p:cNvPr>
          <p:cNvSpPr>
            <a:spLocks noGrp="1"/>
          </p:cNvSpPr>
          <p:nvPr>
            <p:ph type="subTitle" idx="4294967295"/>
          </p:nvPr>
        </p:nvSpPr>
        <p:spPr>
          <a:xfrm>
            <a:off x="736599" y="2862263"/>
            <a:ext cx="6369051" cy="1388458"/>
          </a:xfrm>
          <a:prstGeom prst="rect">
            <a:avLst/>
          </a:prstGeom>
        </p:spPr>
        <p:txBody>
          <a:bodyPr/>
          <a:lstStyle/>
          <a:p>
            <a:pPr marL="0" indent="0" algn="l">
              <a:buNone/>
            </a:pPr>
            <a:r>
              <a:rPr kumimoji="1" lang="ja-JP" altLang="en-US" sz="3600" b="1" dirty="0">
                <a:solidFill>
                  <a:srgbClr val="00004B"/>
                </a:solidFill>
                <a:latin typeface="Segoe UI" panose="020B0502040204020203" pitchFamily="34" charset="0"/>
                <a:ea typeface="ＭＳ ゴシック" panose="020B0609070205080204" pitchFamily="49" charset="-128"/>
                <a:cs typeface="Segoe UI" panose="020B0502040204020203" pitchFamily="34" charset="0"/>
              </a:rPr>
              <a:t>ライセンスの種類と設定</a:t>
            </a:r>
          </a:p>
        </p:txBody>
      </p:sp>
      <p:pic>
        <p:nvPicPr>
          <p:cNvPr id="6" name="グラフィックス 5">
            <a:extLst>
              <a:ext uri="{FF2B5EF4-FFF2-40B4-BE49-F238E27FC236}">
                <a16:creationId xmlns:a16="http://schemas.microsoft.com/office/drawing/2014/main" id="{71FE7CF8-E414-7ABC-47C0-270F06036A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4950" y="1551971"/>
            <a:ext cx="5100637" cy="3407981"/>
          </a:xfrm>
          <a:prstGeom prst="rect">
            <a:avLst/>
          </a:prstGeom>
        </p:spPr>
      </p:pic>
      <p:sp>
        <p:nvSpPr>
          <p:cNvPr id="7" name="タイトル 1">
            <a:extLst>
              <a:ext uri="{FF2B5EF4-FFF2-40B4-BE49-F238E27FC236}">
                <a16:creationId xmlns:a16="http://schemas.microsoft.com/office/drawing/2014/main" id="{1BB77C08-C65A-7903-4AD2-8AD0DD52B193}"/>
              </a:ext>
            </a:extLst>
          </p:cNvPr>
          <p:cNvSpPr txBox="1">
            <a:spLocks/>
          </p:cNvSpPr>
          <p:nvPr/>
        </p:nvSpPr>
        <p:spPr>
          <a:xfrm>
            <a:off x="755650" y="4250721"/>
            <a:ext cx="40830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a:solidFill>
                  <a:schemeClr val="tx1">
                    <a:lumMod val="85000"/>
                    <a:lumOff val="15000"/>
                  </a:schemeClr>
                </a:solidFill>
                <a:latin typeface="ＭＳ ゴシック" panose="020B0609070205080204" pitchFamily="49" charset="-128"/>
                <a:ea typeface="ＭＳ ゴシック" panose="020B0609070205080204" pitchFamily="49" charset="-128"/>
              </a:rPr>
              <a:t>Ｋ合同会社</a:t>
            </a:r>
          </a:p>
        </p:txBody>
      </p:sp>
    </p:spTree>
    <p:extLst>
      <p:ext uri="{BB962C8B-B14F-4D97-AF65-F5344CB8AC3E}">
        <p14:creationId xmlns:p14="http://schemas.microsoft.com/office/powerpoint/2010/main" val="85861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50F87-23E6-9AF2-478E-7ECED4CAC08F}"/>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94685010-28D6-586E-B34F-D8244337761E}"/>
              </a:ext>
            </a:extLst>
          </p:cNvPr>
          <p:cNvSpPr txBox="1">
            <a:spLocks/>
          </p:cNvSpPr>
          <p:nvPr/>
        </p:nvSpPr>
        <p:spPr>
          <a:xfrm>
            <a:off x="325005" y="1197668"/>
            <a:ext cx="10056404" cy="1933459"/>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342900" indent="-342900" algn="just">
              <a:buFont typeface="Arial" panose="020B0604020202020204" pitchFamily="34" charset="0"/>
              <a:buChar char="•"/>
            </a:pP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ライセンスの種類と概要</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endPar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800100" lvl="1" indent="-342900" algn="just">
              <a:buFont typeface="Arial" panose="020B0604020202020204" pitchFamily="34" charset="0"/>
              <a:buChar char="•"/>
            </a:pPr>
            <a:endParaRPr lang="ja-JP" altLang="en-US" sz="1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Copilot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ユーザーライセンス の設定</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メッセージパック の設定</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従量課金ライセンスの設定</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共通の設定（セキュリティロール）</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出典、その他の情報</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marL="342900" indent="-342900" algn="just">
              <a:buFont typeface="Arial" panose="020B0604020202020204" pitchFamily="34" charset="0"/>
              <a:buChar char="•"/>
            </a:pPr>
            <a:endPar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sp>
        <p:nvSpPr>
          <p:cNvPr id="2" name="タイトル 1">
            <a:extLst>
              <a:ext uri="{FF2B5EF4-FFF2-40B4-BE49-F238E27FC236}">
                <a16:creationId xmlns:a16="http://schemas.microsoft.com/office/drawing/2014/main" id="{4A79997D-2816-91CD-588A-EC4B7D6A8DD1}"/>
              </a:ext>
            </a:extLst>
          </p:cNvPr>
          <p:cNvSpPr>
            <a:spLocks noGrp="1"/>
          </p:cNvSpPr>
          <p:nvPr>
            <p:ph type="title"/>
          </p:nvPr>
        </p:nvSpPr>
        <p:spPr/>
        <p:txBody>
          <a:bodyPr/>
          <a:lstStyle/>
          <a:p>
            <a:r>
              <a:rPr lang="ja-JP" altLang="en-US" dirty="0"/>
              <a:t>目次</a:t>
            </a:r>
          </a:p>
        </p:txBody>
      </p:sp>
    </p:spTree>
    <p:extLst>
      <p:ext uri="{BB962C8B-B14F-4D97-AF65-F5344CB8AC3E}">
        <p14:creationId xmlns:p14="http://schemas.microsoft.com/office/powerpoint/2010/main" val="2072488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5A85E-2EAF-B431-901D-9746EEAB36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F43B21-9CCB-0B90-A25D-EB137676303B}"/>
              </a:ext>
            </a:extLst>
          </p:cNvPr>
          <p:cNvSpPr>
            <a:spLocks noGrp="1"/>
          </p:cNvSpPr>
          <p:nvPr>
            <p:ph type="title"/>
          </p:nvPr>
        </p:nvSpPr>
        <p:spPr/>
        <p:txBody>
          <a:bodyPr/>
          <a:lstStyle/>
          <a:p>
            <a:r>
              <a:rPr lang="ja-JP" altLang="en-US" dirty="0">
                <a:solidFill>
                  <a:srgbClr val="00004B"/>
                </a:solidFill>
                <a:latin typeface="Segoe UI" panose="020B0502040204020203" pitchFamily="34" charset="0"/>
                <a:cs typeface="Segoe UI" panose="020B0502040204020203" pitchFamily="34" charset="0"/>
              </a:rPr>
              <a:t>ライセンスの種類と概要</a:t>
            </a:r>
            <a:endParaRPr kumimoji="1" lang="ja-JP" altLang="en-US" dirty="0"/>
          </a:p>
        </p:txBody>
      </p:sp>
    </p:spTree>
    <p:extLst>
      <p:ext uri="{BB962C8B-B14F-4D97-AF65-F5344CB8AC3E}">
        <p14:creationId xmlns:p14="http://schemas.microsoft.com/office/powerpoint/2010/main" val="3651733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3D4A8-7026-16FD-C936-0FDC8D00EF04}"/>
            </a:ext>
          </a:extLst>
        </p:cNvPr>
        <p:cNvGrpSpPr/>
        <p:nvPr/>
      </p:nvGrpSpPr>
      <p:grpSpPr>
        <a:xfrm>
          <a:off x="0" y="0"/>
          <a:ext cx="0" cy="0"/>
          <a:chOff x="0" y="0"/>
          <a:chExt cx="0" cy="0"/>
        </a:xfrm>
      </p:grpSpPr>
      <p:sp>
        <p:nvSpPr>
          <p:cNvPr id="4" name="タイトル 41">
            <a:extLst>
              <a:ext uri="{FF2B5EF4-FFF2-40B4-BE49-F238E27FC236}">
                <a16:creationId xmlns:a16="http://schemas.microsoft.com/office/drawing/2014/main" id="{6827EA14-2F83-3F63-1235-89CC0FF171F5}"/>
              </a:ext>
            </a:extLst>
          </p:cNvPr>
          <p:cNvSpPr>
            <a:spLocks noGrp="1"/>
          </p:cNvSpPr>
          <p:nvPr>
            <p:ph type="title"/>
          </p:nvPr>
        </p:nvSpPr>
        <p:spPr/>
        <p:txBody>
          <a:bodyPr/>
          <a:lstStyle/>
          <a:p>
            <a:pPr>
              <a:defRPr/>
            </a:pPr>
            <a:r>
              <a:rPr lang="en-US" altLang="ja-JP" sz="2800" dirty="0"/>
              <a:t>Copilot Studio </a:t>
            </a:r>
            <a:r>
              <a:rPr lang="ja-JP" altLang="en-US" sz="2800" dirty="0"/>
              <a:t>ライセンスの種類</a:t>
            </a:r>
            <a:endParaRPr lang="ja-JP" altLang="en-US" sz="2750" b="1" dirty="0">
              <a:gradFill flip="none" rotWithShape="1">
                <a:gsLst>
                  <a:gs pos="50000">
                    <a:srgbClr val="8661C5"/>
                  </a:gs>
                  <a:gs pos="0">
                    <a:srgbClr val="3E76D4"/>
                  </a:gs>
                  <a:gs pos="100000">
                    <a:srgbClr val="C73ECC"/>
                  </a:gs>
                </a:gsLst>
                <a:lin ang="2700000" scaled="1"/>
                <a:tileRect/>
              </a:gradFill>
              <a:latin typeface="Yu Gothic UI" panose="020B0500000000000000" pitchFamily="50" charset="-128"/>
              <a:ea typeface="Yu Gothic UI" panose="020B0500000000000000" pitchFamily="50" charset="-128"/>
              <a:cs typeface="Open Sans" panose="020B0606030504020204" pitchFamily="34" charset="0"/>
            </a:endParaRPr>
          </a:p>
        </p:txBody>
      </p:sp>
      <p:sp>
        <p:nvSpPr>
          <p:cNvPr id="9" name="コンテンツ プレースホルダー 2">
            <a:extLst>
              <a:ext uri="{FF2B5EF4-FFF2-40B4-BE49-F238E27FC236}">
                <a16:creationId xmlns:a16="http://schemas.microsoft.com/office/drawing/2014/main" id="{364B53E1-7999-FF82-4D9B-1854CFB02CDB}"/>
              </a:ext>
            </a:extLst>
          </p:cNvPr>
          <p:cNvSpPr txBox="1">
            <a:spLocks/>
          </p:cNvSpPr>
          <p:nvPr/>
        </p:nvSpPr>
        <p:spPr>
          <a:xfrm>
            <a:off x="582986" y="909586"/>
            <a:ext cx="11185973" cy="705946"/>
          </a:xfrm>
          <a:prstGeom prst="rect">
            <a:avLst/>
          </a:prstGeom>
        </p:spPr>
        <p:txBody>
          <a:bodyPr vert="horz" lIns="0" tIns="45720" rIns="0" bIns="45720" rtlCol="0">
            <a:noAutofit/>
          </a:bodyPr>
          <a:lstStyle>
            <a:lvl1pPr marL="0" indent="0" algn="l" defTabSz="914225" rtl="0" eaLnBrk="1" latinLnBrk="0" hangingPunct="1">
              <a:lnSpc>
                <a:spcPct val="90000"/>
              </a:lnSpc>
              <a:spcBef>
                <a:spcPts val="1000"/>
              </a:spcBef>
              <a:buFont typeface="Arial" panose="020B0604020202020204" pitchFamily="34" charset="0"/>
              <a:buNone/>
              <a:defRPr kumimoji="1" sz="1961" kern="1200">
                <a:solidFill>
                  <a:schemeClr val="tx1"/>
                </a:solidFill>
                <a:latin typeface="Yu Gothic UI" panose="020B0500000000000000" pitchFamily="50" charset="-128"/>
                <a:ea typeface="Yu Gothic UI" panose="020B0500000000000000" pitchFamily="50" charset="-128"/>
                <a:cs typeface="+mn-cs"/>
              </a:defRPr>
            </a:lvl1pPr>
            <a:lvl2pPr marL="685668" indent="-228556" algn="l" defTabSz="914225" rtl="0" eaLnBrk="1" latinLnBrk="0" hangingPunct="1">
              <a:lnSpc>
                <a:spcPct val="90000"/>
              </a:lnSpc>
              <a:spcBef>
                <a:spcPts val="500"/>
              </a:spcBef>
              <a:buFont typeface="Arial" panose="020B0604020202020204" pitchFamily="34" charset="0"/>
              <a:buChar char="•"/>
              <a:defRPr kumimoji="1" sz="1765" kern="1200">
                <a:solidFill>
                  <a:schemeClr val="tx1"/>
                </a:solidFill>
                <a:latin typeface="Yu Gothic UI" panose="020B0500000000000000" pitchFamily="50" charset="-128"/>
                <a:ea typeface="Yu Gothic UI" panose="020B0500000000000000" pitchFamily="50" charset="-128"/>
                <a:cs typeface="+mn-cs"/>
              </a:defRPr>
            </a:lvl2pPr>
            <a:lvl3pPr marL="1142781" indent="-228556" algn="l" defTabSz="914225" rtl="0" eaLnBrk="1" latinLnBrk="0" hangingPunct="1">
              <a:lnSpc>
                <a:spcPct val="90000"/>
              </a:lnSpc>
              <a:spcBef>
                <a:spcPts val="500"/>
              </a:spcBef>
              <a:buFont typeface="Arial" panose="020B0604020202020204" pitchFamily="34" charset="0"/>
              <a:buChar char="•"/>
              <a:defRPr kumimoji="1" sz="1568" kern="1200">
                <a:solidFill>
                  <a:schemeClr val="tx1"/>
                </a:solidFill>
                <a:latin typeface="Yu Gothic UI" panose="020B0500000000000000" pitchFamily="50" charset="-128"/>
                <a:ea typeface="Yu Gothic UI" panose="020B0500000000000000" pitchFamily="50" charset="-128"/>
                <a:cs typeface="+mn-cs"/>
              </a:defRPr>
            </a:lvl3pPr>
            <a:lvl4pPr marL="1599893" indent="-228556" algn="l" defTabSz="914225" rtl="0" eaLnBrk="1" latinLnBrk="0" hangingPunct="1">
              <a:lnSpc>
                <a:spcPct val="90000"/>
              </a:lnSpc>
              <a:spcBef>
                <a:spcPts val="500"/>
              </a:spcBef>
              <a:buFont typeface="Arial" panose="020B0604020202020204" pitchFamily="34" charset="0"/>
              <a:buChar char="•"/>
              <a:defRPr kumimoji="1" sz="1372" kern="1200">
                <a:solidFill>
                  <a:schemeClr val="tx1"/>
                </a:solidFill>
                <a:latin typeface="Yu Gothic UI" panose="020B0500000000000000" pitchFamily="50" charset="-128"/>
                <a:ea typeface="Yu Gothic UI" panose="020B0500000000000000" pitchFamily="50" charset="-128"/>
                <a:cs typeface="+mn-cs"/>
              </a:defRPr>
            </a:lvl4pPr>
            <a:lvl5pPr marL="2057005" indent="-228556" algn="l" defTabSz="914225" rtl="0" eaLnBrk="1" latinLnBrk="0" hangingPunct="1">
              <a:lnSpc>
                <a:spcPct val="90000"/>
              </a:lnSpc>
              <a:spcBef>
                <a:spcPts val="500"/>
              </a:spcBef>
              <a:buFont typeface="Arial" panose="020B0604020202020204" pitchFamily="34" charset="0"/>
              <a:buChar char="•"/>
              <a:defRPr kumimoji="1" sz="1372" kern="1200">
                <a:solidFill>
                  <a:schemeClr val="tx1"/>
                </a:solidFill>
                <a:latin typeface="Yu Gothic UI" panose="020B0500000000000000" pitchFamily="50" charset="-128"/>
                <a:ea typeface="Yu Gothic UI" panose="020B0500000000000000" pitchFamily="50" charset="-128"/>
                <a:cs typeface="+mn-cs"/>
              </a:defRPr>
            </a:lvl5pPr>
            <a:lvl6pPr marL="2514118" indent="-228556" algn="l" defTabSz="9142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230" indent="-228556" algn="l" defTabSz="9142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341" indent="-228556" algn="l" defTabSz="9142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453" indent="-228556" algn="l" defTabSz="9142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225"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Copilot Studio </a:t>
            </a:r>
            <a:r>
              <a:rPr kumimoji="1" lang="ja-JP" alt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のライセンス プランには </a:t>
            </a:r>
            <a:r>
              <a:rPr kumimoji="1" lang="en-US" altLang="ja-JP"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3 </a:t>
            </a:r>
            <a:r>
              <a:rPr kumimoji="1" lang="ja-JP" alt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つの種類があります</a:t>
            </a:r>
          </a:p>
        </p:txBody>
      </p:sp>
      <p:sp>
        <p:nvSpPr>
          <p:cNvPr id="10" name="TextBox 1">
            <a:extLst>
              <a:ext uri="{FF2B5EF4-FFF2-40B4-BE49-F238E27FC236}">
                <a16:creationId xmlns:a16="http://schemas.microsoft.com/office/drawing/2014/main" id="{7EE0AEF0-960B-5CA2-922E-12DF83AA1988}"/>
              </a:ext>
            </a:extLst>
          </p:cNvPr>
          <p:cNvSpPr txBox="1"/>
          <p:nvPr/>
        </p:nvSpPr>
        <p:spPr>
          <a:xfrm>
            <a:off x="927730" y="6348903"/>
            <a:ext cx="10790798" cy="165949"/>
          </a:xfrm>
          <a:prstGeom prst="rect">
            <a:avLst/>
          </a:prstGeom>
          <a:noFill/>
        </p:spPr>
        <p:txBody>
          <a:bodyPr wrap="square" lIns="0" tIns="0" rIns="0" bIns="0" rtlCol="0">
            <a:spAutoFit/>
          </a:bodyPr>
          <a:lstStyle/>
          <a:p>
            <a:pPr algn="r" defTabSz="914367">
              <a:defRPr/>
            </a:pPr>
            <a:r>
              <a:rPr kumimoji="0" lang="en-US" altLang="ja-JP" sz="1078">
                <a:solidFill>
                  <a:srgbClr val="000000"/>
                </a:solidFill>
                <a:latin typeface="Yu Gothic UI"/>
                <a:hlinkClick r:id="rId3"/>
              </a:rPr>
              <a:t>Copilot Studio </a:t>
            </a:r>
            <a:r>
              <a:rPr kumimoji="0" lang="ja-JP" altLang="en-US" sz="1078">
                <a:solidFill>
                  <a:srgbClr val="000000"/>
                </a:solidFill>
                <a:latin typeface="Yu Gothic UI"/>
                <a:hlinkClick r:id="rId3"/>
              </a:rPr>
              <a:t>ライセンス </a:t>
            </a:r>
            <a:r>
              <a:rPr kumimoji="0" lang="en-US" altLang="ja-JP" sz="1078">
                <a:solidFill>
                  <a:srgbClr val="000000"/>
                </a:solidFill>
                <a:latin typeface="Yu Gothic UI"/>
                <a:hlinkClick r:id="rId3"/>
              </a:rPr>
              <a:t>- Microsoft Copilot Studio | Microsoft Learn</a:t>
            </a:r>
            <a:endParaRPr kumimoji="0" lang="en-GB" sz="1078">
              <a:solidFill>
                <a:srgbClr val="000000"/>
              </a:solidFill>
              <a:latin typeface="Yu Gothic UI"/>
            </a:endParaRPr>
          </a:p>
        </p:txBody>
      </p:sp>
      <p:sp>
        <p:nvSpPr>
          <p:cNvPr id="11" name="正方形/長方形 10">
            <a:extLst>
              <a:ext uri="{FF2B5EF4-FFF2-40B4-BE49-F238E27FC236}">
                <a16:creationId xmlns:a16="http://schemas.microsoft.com/office/drawing/2014/main" id="{CFB436B2-20A9-76F9-0BA9-4B51688176E7}"/>
              </a:ext>
            </a:extLst>
          </p:cNvPr>
          <p:cNvSpPr/>
          <p:nvPr/>
        </p:nvSpPr>
        <p:spPr>
          <a:xfrm>
            <a:off x="832189" y="5432452"/>
            <a:ext cx="10687566" cy="617964"/>
          </a:xfrm>
          <a:prstGeom prst="rect">
            <a:avLst/>
          </a:prstGeom>
          <a:solidFill>
            <a:srgbClr val="49C5B1">
              <a:lumMod val="20000"/>
              <a:lumOff val="80000"/>
            </a:srgbClr>
          </a:solidFill>
          <a:ln w="6350" cap="flat" cmpd="sng" algn="ctr">
            <a:solidFill>
              <a:srgbClr val="008272"/>
            </a:solidFill>
            <a:prstDash val="solid"/>
            <a:miter lim="800000"/>
          </a:ln>
          <a:effectLst/>
        </p:spPr>
        <p:txBody>
          <a:bodyPr rtlCol="0" anchor="ctr"/>
          <a:lstStyle/>
          <a:p>
            <a:pPr marL="0" marR="0" lvl="0" indent="0" defTabSz="896386" eaLnBrk="1" fontAlgn="auto" latinLnBrk="0" hangingPunct="1">
              <a:lnSpc>
                <a:spcPct val="100000"/>
              </a:lnSpc>
              <a:spcBef>
                <a:spcPts val="0"/>
              </a:spcBef>
              <a:spcAft>
                <a:spcPts val="0"/>
              </a:spcAft>
              <a:buClrTx/>
              <a:buSzTx/>
              <a:buFontTx/>
              <a:buNone/>
              <a:tabLst/>
              <a:defRPr/>
            </a:pPr>
            <a:r>
              <a:rPr kumimoji="0" lang="en-US" altLang="ja-JP" sz="1372" b="1" i="0" u="none" strike="noStrike" kern="0" cap="none" spc="0" normalizeH="0" baseline="0" noProof="0">
                <a:ln>
                  <a:noFill/>
                </a:ln>
                <a:solidFill>
                  <a:srgbClr val="000000"/>
                </a:solidFill>
                <a:effectLst/>
                <a:uLnTx/>
                <a:uFillTx/>
                <a:latin typeface="Yu Gothic UI"/>
              </a:rPr>
              <a:t>Microsoft 365 Copilot </a:t>
            </a:r>
            <a:r>
              <a:rPr kumimoji="0" lang="ja-JP" altLang="en-US" sz="1372" b="1" i="0" u="none" strike="noStrike" kern="0" cap="none" spc="0" normalizeH="0" baseline="0" noProof="0">
                <a:ln>
                  <a:noFill/>
                </a:ln>
                <a:solidFill>
                  <a:srgbClr val="000000"/>
                </a:solidFill>
                <a:effectLst/>
                <a:uLnTx/>
                <a:uFillTx/>
                <a:latin typeface="Yu Gothic UI"/>
              </a:rPr>
              <a:t>ライセンスの </a:t>
            </a:r>
            <a:r>
              <a:rPr kumimoji="0" lang="en-US" altLang="ja-JP" sz="1372" b="1" i="0" u="none" strike="noStrike" kern="0" cap="none" spc="0" normalizeH="0" baseline="0" noProof="0">
                <a:ln>
                  <a:noFill/>
                </a:ln>
                <a:solidFill>
                  <a:srgbClr val="000000"/>
                </a:solidFill>
                <a:effectLst/>
                <a:uLnTx/>
                <a:uFillTx/>
                <a:latin typeface="Yu Gothic UI"/>
              </a:rPr>
              <a:t>Copilot Studio </a:t>
            </a:r>
            <a:r>
              <a:rPr kumimoji="0" lang="ja-JP" altLang="en-US" sz="1372" b="1" i="0" u="none" strike="noStrike" kern="0" cap="none" spc="0" normalizeH="0" baseline="0" noProof="0">
                <a:ln>
                  <a:noFill/>
                </a:ln>
                <a:solidFill>
                  <a:srgbClr val="000000"/>
                </a:solidFill>
                <a:effectLst/>
                <a:uLnTx/>
                <a:uFillTx/>
                <a:latin typeface="Yu Gothic UI"/>
              </a:rPr>
              <a:t>には、</a:t>
            </a:r>
            <a:r>
              <a:rPr kumimoji="0" lang="en-US" altLang="ja-JP" sz="1372" b="1" i="0" u="none" strike="noStrike" kern="0" cap="none" spc="0" normalizeH="0" baseline="0" noProof="0">
                <a:ln>
                  <a:noFill/>
                </a:ln>
                <a:solidFill>
                  <a:srgbClr val="000000"/>
                </a:solidFill>
                <a:effectLst/>
                <a:highlight>
                  <a:srgbClr val="FFFF00"/>
                </a:highlight>
                <a:uLnTx/>
                <a:uFillTx/>
                <a:latin typeface="Yu Gothic UI"/>
              </a:rPr>
              <a:t>Copilot Studio for Microsoft Teams</a:t>
            </a:r>
            <a:r>
              <a:rPr kumimoji="0" lang="ja-JP" altLang="en-US" sz="1372" b="1" i="0" u="none" strike="noStrike" kern="0" cap="none" spc="0" normalizeH="0" baseline="0" noProof="0">
                <a:ln>
                  <a:noFill/>
                </a:ln>
                <a:solidFill>
                  <a:srgbClr val="000000"/>
                </a:solidFill>
                <a:effectLst/>
                <a:highlight>
                  <a:srgbClr val="FFFF00"/>
                </a:highlight>
                <a:uLnTx/>
                <a:uFillTx/>
                <a:latin typeface="Yu Gothic UI"/>
              </a:rPr>
              <a:t>、</a:t>
            </a:r>
            <a:r>
              <a:rPr kumimoji="0" lang="en-US" altLang="ja-JP" sz="1372" b="1" i="0" u="none" strike="noStrike" kern="0" cap="none" spc="0" normalizeH="0" baseline="0" noProof="0">
                <a:ln>
                  <a:noFill/>
                </a:ln>
                <a:solidFill>
                  <a:srgbClr val="000000"/>
                </a:solidFill>
                <a:effectLst/>
                <a:highlight>
                  <a:srgbClr val="FFFF00"/>
                </a:highlight>
                <a:uLnTx/>
                <a:uFillTx/>
                <a:latin typeface="Yu Gothic UI"/>
              </a:rPr>
              <a:t>SharePoint</a:t>
            </a:r>
            <a:r>
              <a:rPr kumimoji="0" lang="ja-JP" altLang="en-US" sz="1372" b="1" i="0" u="none" strike="noStrike" kern="0" cap="none" spc="0" normalizeH="0" baseline="0" noProof="0">
                <a:ln>
                  <a:noFill/>
                </a:ln>
                <a:solidFill>
                  <a:srgbClr val="000000"/>
                </a:solidFill>
                <a:effectLst/>
                <a:highlight>
                  <a:srgbClr val="FFFF00"/>
                </a:highlight>
                <a:uLnTx/>
                <a:uFillTx/>
                <a:latin typeface="Yu Gothic UI"/>
              </a:rPr>
              <a:t>、</a:t>
            </a:r>
            <a:r>
              <a:rPr kumimoji="0" lang="en-US" altLang="ja-JP" sz="1372" b="1" i="0" u="none" strike="noStrike" kern="0" cap="none" spc="0" normalizeH="0" baseline="0" noProof="0">
                <a:ln>
                  <a:noFill/>
                </a:ln>
                <a:solidFill>
                  <a:srgbClr val="000000"/>
                </a:solidFill>
                <a:effectLst/>
                <a:highlight>
                  <a:srgbClr val="FFFF00"/>
                </a:highlight>
                <a:uLnTx/>
                <a:uFillTx/>
                <a:latin typeface="Yu Gothic UI"/>
              </a:rPr>
              <a:t>Microsoft 365 Copilot </a:t>
            </a:r>
            <a:r>
              <a:rPr kumimoji="0" lang="ja-JP" altLang="en-US" sz="1372" b="1" i="0" u="none" strike="noStrike" kern="0" cap="none" spc="0" normalizeH="0" baseline="0" noProof="0">
                <a:ln>
                  <a:noFill/>
                </a:ln>
                <a:solidFill>
                  <a:srgbClr val="000000"/>
                </a:solidFill>
                <a:effectLst/>
                <a:highlight>
                  <a:srgbClr val="FFFF00"/>
                </a:highlight>
                <a:uLnTx/>
                <a:uFillTx/>
                <a:latin typeface="Yu Gothic UI"/>
              </a:rPr>
              <a:t>に組み込みのエージェント</a:t>
            </a:r>
            <a:r>
              <a:rPr kumimoji="0" lang="ja-JP" altLang="en-US" sz="1372" b="1" i="0" u="none" strike="noStrike" kern="0" cap="none" spc="0" normalizeH="0" baseline="0" noProof="0">
                <a:ln>
                  <a:noFill/>
                </a:ln>
                <a:solidFill>
                  <a:srgbClr val="000000"/>
                </a:solidFill>
                <a:effectLst/>
                <a:uLnTx/>
                <a:uFillTx/>
                <a:latin typeface="Yu Gothic UI"/>
              </a:rPr>
              <a:t>が追加料金なしで含まれています</a:t>
            </a:r>
            <a:endParaRPr kumimoji="0" lang="ja-JP" altLang="en-US" sz="1078" b="1" i="0" u="none" strike="noStrike" kern="0" cap="none" spc="0" normalizeH="0" baseline="0" noProof="0">
              <a:ln>
                <a:noFill/>
              </a:ln>
              <a:solidFill>
                <a:srgbClr val="000000"/>
              </a:solidFill>
              <a:effectLst/>
              <a:uLnTx/>
              <a:uFillTx/>
              <a:latin typeface="Yu Gothic UI"/>
            </a:endParaRPr>
          </a:p>
        </p:txBody>
      </p:sp>
      <p:sp>
        <p:nvSpPr>
          <p:cNvPr id="12" name="Rectangle: Rounded Corners 14">
            <a:extLst>
              <a:ext uri="{FF2B5EF4-FFF2-40B4-BE49-F238E27FC236}">
                <a16:creationId xmlns:a16="http://schemas.microsoft.com/office/drawing/2014/main" id="{EE685FA9-49F4-B205-367F-71EAF7BB8FCC}"/>
              </a:ext>
              <a:ext uri="{C183D7F6-B498-43B3-948B-1728B52AA6E4}">
                <adec:decorative xmlns:adec="http://schemas.microsoft.com/office/drawing/2017/decorative" val="1"/>
              </a:ext>
            </a:extLst>
          </p:cNvPr>
          <p:cNvSpPr/>
          <p:nvPr/>
        </p:nvSpPr>
        <p:spPr bwMode="auto">
          <a:xfrm>
            <a:off x="832190" y="1533148"/>
            <a:ext cx="3162550" cy="3705855"/>
          </a:xfrm>
          <a:prstGeom prst="roundRect">
            <a:avLst>
              <a:gd name="adj" fmla="val 2222"/>
            </a:avLst>
          </a:prstGeom>
          <a:solidFill>
            <a:sysClr val="window" lastClr="FFFFFF"/>
          </a:solidFill>
          <a:ln w="22225" cap="flat" cmpd="sng" algn="ctr">
            <a:solidFill>
              <a:srgbClr val="0078D4"/>
            </a:solidFill>
            <a:prstDash val="solid"/>
            <a:miter lim="800000"/>
            <a:headEnd type="none" w="med" len="med"/>
            <a:tailEnd type="none" w="med" len="med"/>
          </a:ln>
          <a:effectLst>
            <a:outerShdw blurRad="50800" dist="38100" dir="2700000" algn="tl" rotWithShape="0">
              <a:prstClr val="black">
                <a:alpha val="40000"/>
              </a:prstClr>
            </a:outerShdw>
          </a:effectLst>
        </p:spPr>
        <p:txBody>
          <a:bodyPr rot="0" spcFirstLastPara="0" vert="horz" wrap="square" lIns="179285" tIns="313749" rIns="179285" bIns="143428" numCol="1" spcCol="0" rtlCol="0" fromWordArt="0" anchor="t" anchorCtr="0" forceAA="0" compatLnSpc="1">
            <a:prstTxWarp prst="textNoShape">
              <a:avLst/>
            </a:prstTxWarp>
            <a:noAutofit/>
          </a:bodyPr>
          <a:lstStyle/>
          <a:p>
            <a:pPr marL="0" marR="0" lvl="0" indent="0" algn="ctr" defTabSz="896354" eaLnBrk="1" fontAlgn="auto" latinLnBrk="0" hangingPunct="1">
              <a:lnSpc>
                <a:spcPct val="100000"/>
              </a:lnSpc>
              <a:spcBef>
                <a:spcPts val="0"/>
              </a:spcBef>
              <a:spcAft>
                <a:spcPts val="784"/>
              </a:spcAft>
              <a:buClrTx/>
              <a:buSzTx/>
              <a:buFontTx/>
              <a:buNone/>
              <a:tabLst/>
              <a:defRPr/>
            </a:pPr>
            <a:r>
              <a:rPr kumimoji="0" lang="ja-JP" altLang="en-US" sz="1765" b="1" i="0" u="none" strike="noStrike" kern="0" cap="none" spc="0" normalizeH="0" baseline="0" noProof="0">
                <a:ln>
                  <a:noFill/>
                </a:ln>
                <a:solidFill>
                  <a:srgbClr val="000000"/>
                </a:solidFill>
                <a:effectLst/>
                <a:uLnTx/>
                <a:uFillTx/>
                <a:cs typeface="Segoe Sans Display Semibold" pitchFamily="2" charset="0"/>
              </a:rPr>
              <a:t>従量課金を利用</a:t>
            </a:r>
            <a:endParaRPr kumimoji="0" lang="en-US" sz="1372" b="0" i="0" u="none" strike="noStrike" kern="0" cap="none" spc="0" normalizeH="0" baseline="0" noProof="0">
              <a:ln>
                <a:noFill/>
              </a:ln>
              <a:solidFill>
                <a:srgbClr val="000000"/>
              </a:solidFill>
              <a:effectLst/>
              <a:uLnTx/>
              <a:uFillTx/>
              <a:cs typeface="Segoe Sans Display" pitchFamily="2" charset="0"/>
            </a:endParaRPr>
          </a:p>
          <a:p>
            <a:pPr marL="0" marR="0" lvl="0" indent="0" algn="ctr" defTabSz="896354" eaLnBrk="1" fontAlgn="auto" latinLnBrk="0" hangingPunct="1">
              <a:lnSpc>
                <a:spcPct val="100000"/>
              </a:lnSpc>
              <a:spcBef>
                <a:spcPts val="0"/>
              </a:spcBef>
              <a:spcAft>
                <a:spcPts val="1765"/>
              </a:spcAft>
              <a:buClrTx/>
              <a:buSzTx/>
              <a:buFontTx/>
              <a:buNone/>
              <a:tabLst/>
              <a:defRPr/>
            </a:pPr>
            <a:r>
              <a:rPr kumimoji="0" lang="en-US" altLang="ja-JP" sz="1372" b="0" i="0" u="none" strike="noStrike" kern="0" cap="none" spc="0" normalizeH="0" baseline="0" noProof="0">
                <a:ln>
                  <a:noFill/>
                </a:ln>
                <a:solidFill>
                  <a:srgbClr val="000000"/>
                </a:solidFill>
                <a:effectLst/>
                <a:uLnTx/>
                <a:uFillTx/>
                <a:cs typeface="Segoe Sans Display" pitchFamily="2" charset="0"/>
              </a:rPr>
              <a:t>Azure</a:t>
            </a:r>
            <a:r>
              <a:rPr kumimoji="0" lang="ja-JP" altLang="en-US" sz="1372" b="0" i="0" u="none" strike="noStrike" kern="0" cap="none" spc="0" normalizeH="0" baseline="0" noProof="0">
                <a:ln>
                  <a:noFill/>
                </a:ln>
                <a:solidFill>
                  <a:srgbClr val="000000"/>
                </a:solidFill>
                <a:effectLst/>
                <a:uLnTx/>
                <a:uFillTx/>
                <a:cs typeface="Segoe Sans Display" pitchFamily="2" charset="0"/>
              </a:rPr>
              <a:t>サブスクリプションに紐づけされた従量課金型モデルを利用する場合</a:t>
            </a:r>
            <a:endParaRPr kumimoji="0" lang="en-US" altLang="ja-JP" sz="1372" b="0" i="0" u="none" strike="noStrike" kern="0" cap="none" spc="0" normalizeH="0" baseline="0" noProof="0">
              <a:ln>
                <a:noFill/>
              </a:ln>
              <a:solidFill>
                <a:srgbClr val="000000"/>
              </a:solidFill>
              <a:effectLst/>
              <a:uLnTx/>
              <a:uFillTx/>
              <a:cs typeface="Segoe Sans Display" pitchFamily="2" charset="0"/>
            </a:endParaRPr>
          </a:p>
        </p:txBody>
      </p:sp>
      <p:sp>
        <p:nvSpPr>
          <p:cNvPr id="13" name="Rectangle: Rounded Corners 14">
            <a:extLst>
              <a:ext uri="{FF2B5EF4-FFF2-40B4-BE49-F238E27FC236}">
                <a16:creationId xmlns:a16="http://schemas.microsoft.com/office/drawing/2014/main" id="{C304FE79-4D75-FFEF-9E4B-D66A76BBFC49}"/>
              </a:ext>
              <a:ext uri="{C183D7F6-B498-43B3-948B-1728B52AA6E4}">
                <adec:decorative xmlns:adec="http://schemas.microsoft.com/office/drawing/2017/decorative" val="1"/>
              </a:ext>
            </a:extLst>
          </p:cNvPr>
          <p:cNvSpPr/>
          <p:nvPr/>
        </p:nvSpPr>
        <p:spPr bwMode="auto">
          <a:xfrm>
            <a:off x="4594698" y="1533148"/>
            <a:ext cx="3162550" cy="3705855"/>
          </a:xfrm>
          <a:prstGeom prst="roundRect">
            <a:avLst>
              <a:gd name="adj" fmla="val 2222"/>
            </a:avLst>
          </a:prstGeom>
          <a:solidFill>
            <a:sysClr val="window" lastClr="FFFFFF"/>
          </a:solidFill>
          <a:ln w="22225" cap="flat" cmpd="sng" algn="ctr">
            <a:solidFill>
              <a:srgbClr val="0078D4"/>
            </a:solidFill>
            <a:prstDash val="solid"/>
            <a:miter lim="800000"/>
            <a:headEnd type="none" w="med" len="med"/>
            <a:tailEnd type="none" w="med" len="med"/>
          </a:ln>
          <a:effectLst>
            <a:outerShdw blurRad="50800" dist="38100" dir="2700000" algn="tl" rotWithShape="0">
              <a:prstClr val="black">
                <a:alpha val="40000"/>
              </a:prstClr>
            </a:outerShdw>
          </a:effectLst>
        </p:spPr>
        <p:txBody>
          <a:bodyPr rot="0" spcFirstLastPara="0" vert="horz" wrap="square" lIns="179285" tIns="313749" rIns="179285" bIns="143428" numCol="1" spcCol="0" rtlCol="0" fromWordArt="0" anchor="t" anchorCtr="0" forceAA="0" compatLnSpc="1">
            <a:prstTxWarp prst="textNoShape">
              <a:avLst/>
            </a:prstTxWarp>
            <a:noAutofit/>
          </a:bodyPr>
          <a:lstStyle/>
          <a:p>
            <a:pPr marL="0" marR="0" lvl="0" indent="0" algn="ctr" defTabSz="896354" eaLnBrk="1" fontAlgn="auto" latinLnBrk="0" hangingPunct="1">
              <a:lnSpc>
                <a:spcPct val="100000"/>
              </a:lnSpc>
              <a:spcBef>
                <a:spcPts val="0"/>
              </a:spcBef>
              <a:spcAft>
                <a:spcPts val="784"/>
              </a:spcAft>
              <a:buClrTx/>
              <a:buSzTx/>
              <a:buFontTx/>
              <a:buNone/>
              <a:tabLst/>
              <a:defRPr/>
            </a:pPr>
            <a:r>
              <a:rPr kumimoji="0" lang="ja-JP" altLang="en-US" sz="1765" b="1" i="0" u="none" strike="noStrike" kern="0" cap="none" spc="0" normalizeH="0" baseline="0" noProof="0">
                <a:ln>
                  <a:noFill/>
                </a:ln>
                <a:solidFill>
                  <a:srgbClr val="000000"/>
                </a:solidFill>
                <a:effectLst/>
                <a:uLnTx/>
                <a:uFillTx/>
                <a:cs typeface="Segoe Sans Display Semibold" pitchFamily="2" charset="0"/>
              </a:rPr>
              <a:t>メッセージパックを利用</a:t>
            </a:r>
            <a:endParaRPr kumimoji="0" lang="en-US" altLang="ja-JP" sz="1765" b="1" i="0" u="none" strike="noStrike" kern="0" cap="none" spc="0" normalizeH="0" baseline="0" noProof="0">
              <a:ln>
                <a:noFill/>
              </a:ln>
              <a:solidFill>
                <a:srgbClr val="000000"/>
              </a:solidFill>
              <a:effectLst/>
              <a:uLnTx/>
              <a:uFillTx/>
              <a:cs typeface="Segoe Sans Display Semibold" pitchFamily="2" charset="0"/>
            </a:endParaRPr>
          </a:p>
          <a:p>
            <a:pPr marL="0" marR="0" lvl="0" indent="0" algn="ctr" defTabSz="896354" eaLnBrk="1" fontAlgn="auto" latinLnBrk="0" hangingPunct="1">
              <a:lnSpc>
                <a:spcPct val="100000"/>
              </a:lnSpc>
              <a:spcBef>
                <a:spcPts val="0"/>
              </a:spcBef>
              <a:spcAft>
                <a:spcPts val="784"/>
              </a:spcAft>
              <a:buClrTx/>
              <a:buSzTx/>
              <a:buFontTx/>
              <a:buNone/>
              <a:tabLst/>
              <a:defRPr/>
            </a:pPr>
            <a:r>
              <a:rPr kumimoji="0" lang="ja-JP" altLang="en-US" sz="1372" b="0" i="0" u="none" strike="noStrike" kern="0" cap="none" spc="0" normalizeH="0" baseline="0" noProof="0">
                <a:ln>
                  <a:noFill/>
                </a:ln>
                <a:solidFill>
                  <a:srgbClr val="000000"/>
                </a:solidFill>
                <a:effectLst/>
                <a:uLnTx/>
                <a:uFillTx/>
                <a:cs typeface="Segoe Sans Display" pitchFamily="2" charset="0"/>
              </a:rPr>
              <a:t>テナントに付与された</a:t>
            </a:r>
            <a:r>
              <a:rPr kumimoji="0" lang="en-US" altLang="ja-JP" sz="1372" b="0" i="0" u="none" strike="noStrike" kern="0" cap="none" spc="0" normalizeH="0" baseline="0" noProof="0">
                <a:ln>
                  <a:noFill/>
                </a:ln>
                <a:solidFill>
                  <a:srgbClr val="000000"/>
                </a:solidFill>
                <a:effectLst/>
                <a:uLnTx/>
                <a:uFillTx/>
                <a:cs typeface="Segoe Sans Display" pitchFamily="2" charset="0"/>
              </a:rPr>
              <a:t>25,000</a:t>
            </a:r>
            <a:r>
              <a:rPr kumimoji="0" lang="ja-JP" altLang="en-US" sz="1372" b="0" i="0" u="none" strike="noStrike" kern="0" cap="none" spc="0" normalizeH="0" baseline="0" noProof="0">
                <a:ln>
                  <a:noFill/>
                </a:ln>
                <a:solidFill>
                  <a:srgbClr val="000000"/>
                </a:solidFill>
                <a:effectLst/>
                <a:uLnTx/>
                <a:uFillTx/>
                <a:cs typeface="Segoe Sans Display" pitchFamily="2" charset="0"/>
              </a:rPr>
              <a:t>メッセージパ</a:t>
            </a:r>
            <a:r>
              <a:rPr kumimoji="0" lang="en-US" altLang="ja-JP" sz="1372" b="0" i="0" u="none" strike="noStrike" kern="0" cap="none" spc="0" normalizeH="0" baseline="0" noProof="0">
                <a:ln>
                  <a:noFill/>
                </a:ln>
                <a:solidFill>
                  <a:srgbClr val="000000"/>
                </a:solidFill>
                <a:effectLst/>
                <a:uLnTx/>
                <a:uFillTx/>
                <a:cs typeface="Segoe Sans Display" pitchFamily="2" charset="0"/>
              </a:rPr>
              <a:t>/1</a:t>
            </a:r>
            <a:r>
              <a:rPr kumimoji="0" lang="ja-JP" altLang="en-US" sz="1372" b="0" i="0" u="none" strike="noStrike" kern="0" cap="none" spc="0" normalizeH="0" baseline="0" noProof="0">
                <a:ln>
                  <a:noFill/>
                </a:ln>
                <a:solidFill>
                  <a:srgbClr val="000000"/>
                </a:solidFill>
                <a:effectLst/>
                <a:uLnTx/>
                <a:uFillTx/>
                <a:cs typeface="Segoe Sans Display" pitchFamily="2" charset="0"/>
              </a:rPr>
              <a:t>メッセージパックを利用する場合</a:t>
            </a:r>
            <a:endParaRPr kumimoji="0" lang="en-US" altLang="ja-JP" sz="1372" b="0" i="0" u="none" strike="noStrike" kern="0" cap="none" spc="0" normalizeH="0" baseline="0" noProof="0">
              <a:ln>
                <a:noFill/>
              </a:ln>
              <a:solidFill>
                <a:srgbClr val="000000"/>
              </a:solidFill>
              <a:effectLst/>
              <a:uLnTx/>
              <a:uFillTx/>
              <a:cs typeface="Segoe Sans Display" pitchFamily="2" charset="0"/>
            </a:endParaRPr>
          </a:p>
        </p:txBody>
      </p:sp>
      <p:sp>
        <p:nvSpPr>
          <p:cNvPr id="14" name="Rectangle: Rounded Corners 14">
            <a:extLst>
              <a:ext uri="{FF2B5EF4-FFF2-40B4-BE49-F238E27FC236}">
                <a16:creationId xmlns:a16="http://schemas.microsoft.com/office/drawing/2014/main" id="{52C6C5BE-9C2C-10AA-1A0A-820435CDE379}"/>
              </a:ext>
              <a:ext uri="{C183D7F6-B498-43B3-948B-1728B52AA6E4}">
                <adec:decorative xmlns:adec="http://schemas.microsoft.com/office/drawing/2017/decorative" val="1"/>
              </a:ext>
            </a:extLst>
          </p:cNvPr>
          <p:cNvSpPr/>
          <p:nvPr/>
        </p:nvSpPr>
        <p:spPr bwMode="auto">
          <a:xfrm>
            <a:off x="8357205" y="1533148"/>
            <a:ext cx="3162550" cy="3705855"/>
          </a:xfrm>
          <a:prstGeom prst="roundRect">
            <a:avLst>
              <a:gd name="adj" fmla="val 2222"/>
            </a:avLst>
          </a:prstGeom>
          <a:solidFill>
            <a:sysClr val="window" lastClr="FFFFFF"/>
          </a:solidFill>
          <a:ln w="22225" cap="flat" cmpd="sng" algn="ctr">
            <a:solidFill>
              <a:srgbClr val="C03BC4"/>
            </a:solidFill>
            <a:prstDash val="solid"/>
            <a:miter lim="800000"/>
            <a:headEnd type="none" w="med" len="med"/>
            <a:tailEnd type="none" w="med" len="med"/>
          </a:ln>
          <a:effectLst>
            <a:outerShdw blurRad="50800" dist="38100" dir="2700000" algn="tl" rotWithShape="0">
              <a:prstClr val="black">
                <a:alpha val="40000"/>
              </a:prstClr>
            </a:outerShdw>
          </a:effectLst>
        </p:spPr>
        <p:txBody>
          <a:bodyPr rot="0" spcFirstLastPara="0" vert="horz" wrap="square" lIns="179285" tIns="313749" rIns="179285" bIns="143428" numCol="1" spcCol="0" rtlCol="0" fromWordArt="0" anchor="t" anchorCtr="0" forceAA="0" compatLnSpc="1">
            <a:prstTxWarp prst="textNoShape">
              <a:avLst/>
            </a:prstTxWarp>
            <a:noAutofit/>
          </a:bodyPr>
          <a:lstStyle/>
          <a:p>
            <a:pPr marL="0" marR="0" lvl="0" indent="0" algn="ctr" defTabSz="896354" eaLnBrk="1" fontAlgn="auto" latinLnBrk="0" hangingPunct="1">
              <a:lnSpc>
                <a:spcPct val="100000"/>
              </a:lnSpc>
              <a:spcBef>
                <a:spcPts val="0"/>
              </a:spcBef>
              <a:spcAft>
                <a:spcPts val="784"/>
              </a:spcAft>
              <a:buClrTx/>
              <a:buSzTx/>
              <a:buFontTx/>
              <a:buNone/>
              <a:tabLst/>
              <a:defRPr/>
            </a:pPr>
            <a:r>
              <a:rPr kumimoji="0" lang="ja-JP" altLang="en-US" sz="1765" b="1" i="0" u="none" strike="noStrike" kern="0" cap="none" spc="0" normalizeH="0" baseline="0" noProof="0">
                <a:ln>
                  <a:noFill/>
                </a:ln>
                <a:solidFill>
                  <a:srgbClr val="000000"/>
                </a:solidFill>
                <a:effectLst/>
                <a:uLnTx/>
                <a:uFillTx/>
                <a:cs typeface="Segoe Sans Display Semibold" pitchFamily="2" charset="0"/>
              </a:rPr>
              <a:t>ユーザーライセンスを利用</a:t>
            </a:r>
            <a:endParaRPr kumimoji="0" lang="en-US" sz="1372" b="0" i="0" u="none" strike="noStrike" kern="0" cap="none" spc="0" normalizeH="0" baseline="0" noProof="0">
              <a:ln>
                <a:noFill/>
              </a:ln>
              <a:solidFill>
                <a:srgbClr val="000000"/>
              </a:solidFill>
              <a:effectLst/>
              <a:uLnTx/>
              <a:uFillTx/>
              <a:cs typeface="Segoe Sans Display" pitchFamily="2" charset="0"/>
            </a:endParaRPr>
          </a:p>
          <a:p>
            <a:pPr marL="0" marR="0" lvl="0" indent="0" algn="ctr" defTabSz="896354" eaLnBrk="1" fontAlgn="auto" latinLnBrk="0" hangingPunct="1">
              <a:lnSpc>
                <a:spcPct val="100000"/>
              </a:lnSpc>
              <a:spcBef>
                <a:spcPts val="0"/>
              </a:spcBef>
              <a:spcAft>
                <a:spcPts val="1765"/>
              </a:spcAft>
              <a:buClrTx/>
              <a:buSzTx/>
              <a:buFontTx/>
              <a:buNone/>
              <a:tabLst/>
              <a:defRPr/>
            </a:pPr>
            <a:r>
              <a:rPr kumimoji="0" lang="en-US" altLang="ja-JP" sz="1372" b="0" i="0" u="none" strike="noStrike" kern="0" cap="none" spc="0" normalizeH="0" baseline="0" noProof="0">
                <a:ln>
                  <a:noFill/>
                </a:ln>
                <a:solidFill>
                  <a:srgbClr val="000000"/>
                </a:solidFill>
                <a:effectLst/>
                <a:uLnTx/>
                <a:uFillTx/>
                <a:cs typeface="Segoe Sans Display" pitchFamily="2" charset="0"/>
              </a:rPr>
              <a:t>Microsoft 365 Copilot</a:t>
            </a:r>
            <a:r>
              <a:rPr kumimoji="0" lang="ja-JP" altLang="en-US" sz="1372" b="0" i="0" u="none" strike="noStrike" kern="0" cap="none" spc="0" normalizeH="0" baseline="0" noProof="0">
                <a:ln>
                  <a:noFill/>
                </a:ln>
                <a:solidFill>
                  <a:srgbClr val="000000"/>
                </a:solidFill>
                <a:effectLst/>
                <a:uLnTx/>
                <a:uFillTx/>
                <a:cs typeface="Segoe Sans Display" pitchFamily="2" charset="0"/>
              </a:rPr>
              <a:t>ライセンスに付帯された</a:t>
            </a:r>
            <a:r>
              <a:rPr kumimoji="0" lang="en-US" altLang="ja-JP" sz="1372" b="0" i="0" u="none" strike="noStrike" kern="0" cap="none" spc="0" normalizeH="0" baseline="0" noProof="0">
                <a:ln>
                  <a:noFill/>
                </a:ln>
                <a:solidFill>
                  <a:srgbClr val="000000"/>
                </a:solidFill>
                <a:effectLst/>
                <a:uLnTx/>
                <a:uFillTx/>
                <a:cs typeface="Segoe Sans Display" pitchFamily="2" charset="0"/>
              </a:rPr>
              <a:t>Copilot Studio</a:t>
            </a:r>
            <a:r>
              <a:rPr kumimoji="0" lang="ja-JP" altLang="en-US" sz="1372" b="0" i="0" u="none" strike="noStrike" kern="0" cap="none" spc="0" normalizeH="0" baseline="0" noProof="0">
                <a:ln>
                  <a:noFill/>
                </a:ln>
                <a:solidFill>
                  <a:srgbClr val="000000"/>
                </a:solidFill>
                <a:effectLst/>
                <a:uLnTx/>
                <a:uFillTx/>
                <a:cs typeface="Segoe Sans Display" pitchFamily="2" charset="0"/>
              </a:rPr>
              <a:t>の利用権を利用する場合</a:t>
            </a:r>
            <a:endParaRPr kumimoji="0" lang="en-US" altLang="ja-JP" sz="1372" b="0" i="0" u="none" strike="noStrike" kern="0" cap="none" spc="0" normalizeH="0" baseline="0" noProof="0">
              <a:ln>
                <a:noFill/>
              </a:ln>
              <a:solidFill>
                <a:srgbClr val="000000"/>
              </a:solidFill>
              <a:effectLst/>
              <a:uLnTx/>
              <a:uFillTx/>
              <a:cs typeface="Segoe Sans Display" pitchFamily="2" charset="0"/>
            </a:endParaRPr>
          </a:p>
        </p:txBody>
      </p:sp>
      <p:sp>
        <p:nvSpPr>
          <p:cNvPr id="15" name="TextBox 3">
            <a:extLst>
              <a:ext uri="{FF2B5EF4-FFF2-40B4-BE49-F238E27FC236}">
                <a16:creationId xmlns:a16="http://schemas.microsoft.com/office/drawing/2014/main" id="{F01FDE28-2708-710E-6B2A-FF059F6DB805}"/>
              </a:ext>
              <a:ext uri="{C183D7F6-B498-43B3-948B-1728B52AA6E4}">
                <adec:decorative xmlns:adec="http://schemas.microsoft.com/office/drawing/2017/decorative" val="1"/>
              </a:ext>
            </a:extLst>
          </p:cNvPr>
          <p:cNvSpPr txBox="1"/>
          <p:nvPr/>
        </p:nvSpPr>
        <p:spPr>
          <a:xfrm>
            <a:off x="1035821" y="1376273"/>
            <a:ext cx="2755289" cy="313749"/>
          </a:xfrm>
          <a:prstGeom prst="roundRect">
            <a:avLst>
              <a:gd name="adj" fmla="val 50000"/>
            </a:avLst>
          </a:prstGeom>
          <a:solidFill>
            <a:srgbClr val="0078D4"/>
          </a:solidFill>
          <a:ln w="9525" cap="flat" cmpd="sng" algn="ctr">
            <a:noFill/>
            <a:prstDash val="solid"/>
            <a:headEnd type="none" w="med" len="med"/>
            <a:tailEnd type="none" w="med" len="med"/>
          </a:ln>
          <a:effectLst>
            <a:outerShdw blurRad="254000" algn="tl" rotWithShape="0">
              <a:prstClr val="black">
                <a:alpha val="2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defRPr sz="1200">
                <a:solidFill>
                  <a:prstClr val="white"/>
                </a:solidFill>
                <a:latin typeface="Segoe UI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96354" eaLnBrk="1" fontAlgn="auto" latinLnBrk="0" hangingPunct="1">
              <a:lnSpc>
                <a:spcPct val="100000"/>
              </a:lnSpc>
              <a:spcBef>
                <a:spcPts val="0"/>
              </a:spcBef>
              <a:spcAft>
                <a:spcPts val="0"/>
              </a:spcAft>
              <a:buClrTx/>
              <a:buSzTx/>
              <a:buFontTx/>
              <a:buNone/>
              <a:tabLst/>
              <a:defRPr/>
            </a:pPr>
            <a:r>
              <a:rPr kumimoji="0" lang="en-US" altLang="ja-JP" sz="1372" b="1" i="0" u="none" strike="noStrike" kern="0" cap="none" spc="0" normalizeH="0" baseline="0" noProof="0">
                <a:ln>
                  <a:noFill/>
                </a:ln>
                <a:solidFill>
                  <a:srgbClr val="FFFFFF"/>
                </a:solidFill>
                <a:effectLst/>
                <a:uLnTx/>
                <a:uFillTx/>
                <a:latin typeface="Yu Gothic UI" panose="020B0500000000000000" pitchFamily="50" charset="-128"/>
                <a:cs typeface="Segoe Sans Display Semibold" pitchFamily="2" charset="0"/>
              </a:rPr>
              <a:t>Copilot Studio </a:t>
            </a:r>
            <a:r>
              <a:rPr kumimoji="0" lang="ja-JP" altLang="en-US" sz="1372" b="1" i="0" u="none" strike="noStrike" kern="0" cap="none" spc="0" normalizeH="0" baseline="0" noProof="0">
                <a:ln>
                  <a:noFill/>
                </a:ln>
                <a:solidFill>
                  <a:srgbClr val="FFFFFF"/>
                </a:solidFill>
                <a:effectLst/>
                <a:uLnTx/>
                <a:uFillTx/>
                <a:latin typeface="Yu Gothic UI" panose="020B0500000000000000" pitchFamily="50" charset="-128"/>
                <a:cs typeface="Segoe Sans Display Semibold" pitchFamily="2" charset="0"/>
              </a:rPr>
              <a:t>従量課金</a:t>
            </a:r>
            <a:endParaRPr kumimoji="0" lang="ja" altLang="en-US" sz="1372" b="1" i="0" u="none" strike="noStrike" kern="0" cap="none" spc="0" normalizeH="0" baseline="0" noProof="0">
              <a:ln>
                <a:noFill/>
              </a:ln>
              <a:solidFill>
                <a:srgbClr val="FFFFFF"/>
              </a:solidFill>
              <a:effectLst/>
              <a:uLnTx/>
              <a:uFillTx/>
              <a:latin typeface="Yu Gothic UI" panose="020B0500000000000000" pitchFamily="50" charset="-128"/>
              <a:cs typeface="Segoe Sans Display Semibold" pitchFamily="2" charset="0"/>
            </a:endParaRPr>
          </a:p>
        </p:txBody>
      </p:sp>
      <p:sp>
        <p:nvSpPr>
          <p:cNvPr id="16" name="TextBox 3">
            <a:extLst>
              <a:ext uri="{FF2B5EF4-FFF2-40B4-BE49-F238E27FC236}">
                <a16:creationId xmlns:a16="http://schemas.microsoft.com/office/drawing/2014/main" id="{1175A46B-2DB9-A786-308E-923F8B29F504}"/>
              </a:ext>
              <a:ext uri="{C183D7F6-B498-43B3-948B-1728B52AA6E4}">
                <adec:decorative xmlns:adec="http://schemas.microsoft.com/office/drawing/2017/decorative" val="1"/>
              </a:ext>
            </a:extLst>
          </p:cNvPr>
          <p:cNvSpPr txBox="1"/>
          <p:nvPr/>
        </p:nvSpPr>
        <p:spPr>
          <a:xfrm>
            <a:off x="4798328" y="1382499"/>
            <a:ext cx="2755289" cy="313749"/>
          </a:xfrm>
          <a:prstGeom prst="roundRect">
            <a:avLst>
              <a:gd name="adj" fmla="val 50000"/>
            </a:avLst>
          </a:prstGeom>
          <a:solidFill>
            <a:srgbClr val="0078D4"/>
          </a:solidFill>
          <a:ln w="9525" cap="flat" cmpd="sng" algn="ctr">
            <a:noFill/>
            <a:prstDash val="solid"/>
            <a:headEnd type="none" w="med" len="med"/>
            <a:tailEnd type="none" w="med" len="med"/>
          </a:ln>
          <a:effectLst>
            <a:outerShdw blurRad="254000" algn="tl" rotWithShape="0">
              <a:prstClr val="black">
                <a:alpha val="2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defRPr sz="1200">
                <a:solidFill>
                  <a:prstClr val="white"/>
                </a:solidFill>
                <a:latin typeface="Segoe UI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96354" eaLnBrk="1" fontAlgn="auto" latinLnBrk="0" hangingPunct="1">
              <a:lnSpc>
                <a:spcPct val="100000"/>
              </a:lnSpc>
              <a:spcBef>
                <a:spcPts val="0"/>
              </a:spcBef>
              <a:spcAft>
                <a:spcPts val="0"/>
              </a:spcAft>
              <a:buClrTx/>
              <a:buSzTx/>
              <a:buFontTx/>
              <a:buNone/>
              <a:tabLst/>
              <a:defRPr/>
            </a:pPr>
            <a:r>
              <a:rPr kumimoji="0" lang="en-US" altLang="ja-JP" sz="1372" b="1" i="0" u="none" strike="noStrike" kern="0" cap="none" spc="0" normalizeH="0" baseline="0" noProof="0">
                <a:ln>
                  <a:noFill/>
                </a:ln>
                <a:solidFill>
                  <a:srgbClr val="FFFFFF"/>
                </a:solidFill>
                <a:effectLst/>
                <a:uLnTx/>
                <a:uFillTx/>
                <a:latin typeface="Yu Gothic UI" panose="020B0500000000000000" pitchFamily="50" charset="-128"/>
                <a:cs typeface="Segoe Sans Display Semibold" pitchFamily="2" charset="0"/>
              </a:rPr>
              <a:t>Copilot Studio </a:t>
            </a:r>
            <a:r>
              <a:rPr kumimoji="0" lang="ja-JP" altLang="en-US" sz="1372" b="1" i="0" u="none" strike="noStrike" kern="0" cap="none" spc="0" normalizeH="0" baseline="0" noProof="0">
                <a:ln>
                  <a:noFill/>
                </a:ln>
                <a:solidFill>
                  <a:srgbClr val="FFFFFF"/>
                </a:solidFill>
                <a:effectLst/>
                <a:uLnTx/>
                <a:uFillTx/>
                <a:latin typeface="Yu Gothic UI" panose="020B0500000000000000" pitchFamily="50" charset="-128"/>
                <a:cs typeface="Segoe Sans Display Semibold" pitchFamily="2" charset="0"/>
              </a:rPr>
              <a:t>メッセージパック</a:t>
            </a:r>
            <a:endParaRPr kumimoji="0" lang="ja" altLang="en-US" sz="1372" b="1" i="0" u="none" strike="noStrike" kern="0" cap="none" spc="0" normalizeH="0" baseline="0" noProof="0">
              <a:ln>
                <a:noFill/>
              </a:ln>
              <a:solidFill>
                <a:srgbClr val="FFFFFF"/>
              </a:solidFill>
              <a:effectLst/>
              <a:uLnTx/>
              <a:uFillTx/>
              <a:latin typeface="Yu Gothic UI" panose="020B0500000000000000" pitchFamily="50" charset="-128"/>
              <a:cs typeface="Segoe Sans Display Semibold" pitchFamily="2" charset="0"/>
            </a:endParaRPr>
          </a:p>
        </p:txBody>
      </p:sp>
      <p:sp>
        <p:nvSpPr>
          <p:cNvPr id="17" name="TextBox 8">
            <a:extLst>
              <a:ext uri="{FF2B5EF4-FFF2-40B4-BE49-F238E27FC236}">
                <a16:creationId xmlns:a16="http://schemas.microsoft.com/office/drawing/2014/main" id="{6E467B34-C2DA-D603-8AF3-D9A0FD85920F}"/>
              </a:ext>
              <a:ext uri="{C183D7F6-B498-43B3-948B-1728B52AA6E4}">
                <adec:decorative xmlns:adec="http://schemas.microsoft.com/office/drawing/2017/decorative" val="1"/>
              </a:ext>
            </a:extLst>
          </p:cNvPr>
          <p:cNvSpPr txBox="1"/>
          <p:nvPr/>
        </p:nvSpPr>
        <p:spPr>
          <a:xfrm>
            <a:off x="8560834" y="1376273"/>
            <a:ext cx="2755288" cy="313749"/>
          </a:xfrm>
          <a:prstGeom prst="roundRect">
            <a:avLst>
              <a:gd name="adj" fmla="val 50000"/>
            </a:avLst>
          </a:prstGeom>
          <a:gradFill>
            <a:gsLst>
              <a:gs pos="0">
                <a:srgbClr val="8661C5"/>
              </a:gs>
              <a:gs pos="100000">
                <a:srgbClr val="C73ECC"/>
              </a:gs>
            </a:gsLst>
            <a:lin ang="0" scaled="1"/>
          </a:gradFill>
          <a:ln w="9525" cap="flat" cmpd="sng" algn="ctr">
            <a:noFill/>
            <a:prstDash val="solid"/>
            <a:headEnd type="none" w="med" len="med"/>
            <a:tailEnd type="none" w="med" len="med"/>
          </a:ln>
          <a:effectLst>
            <a:outerShdw blurRad="254000" algn="tl" rotWithShape="0">
              <a:prstClr val="black">
                <a:alpha val="2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defRPr sz="1200">
                <a:solidFill>
                  <a:prstClr val="white"/>
                </a:solidFill>
                <a:latin typeface="Segoe UI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896354">
              <a:defRPr/>
            </a:pPr>
            <a:r>
              <a:rPr kumimoji="0" lang="en-US" altLang="ja-JP" sz="1372" b="1" kern="0">
                <a:solidFill>
                  <a:srgbClr val="FFFFFF"/>
                </a:solidFill>
                <a:latin typeface="Yu Gothic UI" panose="020B0500000000000000" pitchFamily="50" charset="-128"/>
                <a:cs typeface="Segoe Sans Display Semibold" pitchFamily="2" charset="0"/>
              </a:rPr>
              <a:t>M365 Copilot</a:t>
            </a:r>
            <a:r>
              <a:rPr kumimoji="0" lang="ja-JP" altLang="en-US" sz="1372" b="1" kern="0">
                <a:solidFill>
                  <a:srgbClr val="FFFFFF"/>
                </a:solidFill>
                <a:latin typeface="Yu Gothic UI" panose="020B0500000000000000" pitchFamily="50" charset="-128"/>
                <a:cs typeface="Segoe Sans Display Semibold" pitchFamily="2" charset="0"/>
              </a:rPr>
              <a:t>ユーザーライセンス</a:t>
            </a:r>
            <a:endParaRPr kumimoji="0" lang="ja" altLang="en-US" sz="1372" b="1" kern="0">
              <a:solidFill>
                <a:srgbClr val="FFFFFF"/>
              </a:solidFill>
              <a:latin typeface="Yu Gothic UI" panose="020B0500000000000000" pitchFamily="50" charset="-128"/>
              <a:cs typeface="Segoe Sans Display Semibold" pitchFamily="2" charset="0"/>
            </a:endParaRPr>
          </a:p>
        </p:txBody>
      </p:sp>
      <p:grpSp>
        <p:nvGrpSpPr>
          <p:cNvPr id="18" name="グループ化 17">
            <a:extLst>
              <a:ext uri="{FF2B5EF4-FFF2-40B4-BE49-F238E27FC236}">
                <a16:creationId xmlns:a16="http://schemas.microsoft.com/office/drawing/2014/main" id="{18688323-9EB0-1B32-8F3F-342A834B2D99}"/>
              </a:ext>
            </a:extLst>
          </p:cNvPr>
          <p:cNvGrpSpPr/>
          <p:nvPr/>
        </p:nvGrpSpPr>
        <p:grpSpPr>
          <a:xfrm>
            <a:off x="1035821" y="2971065"/>
            <a:ext cx="2755289" cy="309763"/>
            <a:chOff x="1192195" y="3573119"/>
            <a:chExt cx="2376177" cy="315974"/>
          </a:xfrm>
        </p:grpSpPr>
        <p:cxnSp>
          <p:nvCxnSpPr>
            <p:cNvPr id="19" name="直線コネクタ 18">
              <a:extLst>
                <a:ext uri="{FF2B5EF4-FFF2-40B4-BE49-F238E27FC236}">
                  <a16:creationId xmlns:a16="http://schemas.microsoft.com/office/drawing/2014/main" id="{5B99838A-2E2C-ACC7-CEE5-93FD277E4AB0}"/>
                </a:ext>
              </a:extLst>
            </p:cNvPr>
            <p:cNvCxnSpPr>
              <a:cxnSpLocks/>
            </p:cNvCxnSpPr>
            <p:nvPr/>
          </p:nvCxnSpPr>
          <p:spPr>
            <a:xfrm>
              <a:off x="1192195" y="3889093"/>
              <a:ext cx="2376177" cy="0"/>
            </a:xfrm>
            <a:prstGeom prst="line">
              <a:avLst/>
            </a:prstGeom>
            <a:noFill/>
            <a:ln w="6350" cap="flat" cmpd="sng" algn="ctr">
              <a:solidFill>
                <a:srgbClr val="FFFFFF">
                  <a:lumMod val="65000"/>
                </a:srgbClr>
              </a:solidFill>
              <a:prstDash val="solid"/>
              <a:miter lim="800000"/>
            </a:ln>
            <a:effectLst/>
          </p:spPr>
        </p:cxnSp>
        <p:sp>
          <p:nvSpPr>
            <p:cNvPr id="20" name="テキスト ボックス 19">
              <a:extLst>
                <a:ext uri="{FF2B5EF4-FFF2-40B4-BE49-F238E27FC236}">
                  <a16:creationId xmlns:a16="http://schemas.microsoft.com/office/drawing/2014/main" id="{4D93FBF9-2696-4C93-236B-9C8C63D7CFCD}"/>
                </a:ext>
              </a:extLst>
            </p:cNvPr>
            <p:cNvSpPr txBox="1"/>
            <p:nvPr/>
          </p:nvSpPr>
          <p:spPr>
            <a:xfrm>
              <a:off x="1192195" y="3573119"/>
              <a:ext cx="2376177" cy="313948"/>
            </a:xfrm>
            <a:prstGeom prst="rect">
              <a:avLst/>
            </a:prstGeom>
            <a:noFill/>
          </p:spPr>
          <p:txBody>
            <a:bodyPr wrap="square"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lumMod val="85000"/>
                      <a:lumOff val="15000"/>
                    </a:srgbClr>
                  </a:solidFill>
                  <a:effectLst/>
                  <a:uLnTx/>
                  <a:uFillTx/>
                  <a:latin typeface="Yu Gothic UI"/>
                </a:rPr>
                <a:t>0.01</a:t>
              </a:r>
              <a:r>
                <a:rPr kumimoji="0" lang="ja-JP" altLang="en-US" sz="1400" b="1" i="0" u="none" strike="noStrike" kern="0" cap="none" spc="0" normalizeH="0" baseline="0" noProof="0" dirty="0">
                  <a:ln>
                    <a:noFill/>
                  </a:ln>
                  <a:solidFill>
                    <a:srgbClr val="000000">
                      <a:lumMod val="85000"/>
                      <a:lumOff val="15000"/>
                    </a:srgbClr>
                  </a:solidFill>
                  <a:effectLst/>
                  <a:uLnTx/>
                  <a:uFillTx/>
                  <a:latin typeface="Yu Gothic UI"/>
                </a:rPr>
                <a:t>ドル</a:t>
              </a:r>
              <a:r>
                <a:rPr kumimoji="0" lang="en-US" altLang="ja-JP" sz="1400" b="1" i="0" u="none" strike="noStrike" kern="0" cap="none" spc="0" normalizeH="0" baseline="0" noProof="0" dirty="0">
                  <a:ln>
                    <a:noFill/>
                  </a:ln>
                  <a:solidFill>
                    <a:srgbClr val="000000">
                      <a:lumMod val="85000"/>
                      <a:lumOff val="15000"/>
                    </a:srgbClr>
                  </a:solidFill>
                  <a:effectLst/>
                  <a:uLnTx/>
                  <a:uFillTx/>
                  <a:latin typeface="Yu Gothic UI"/>
                </a:rPr>
                <a:t>/1</a:t>
              </a:r>
              <a:r>
                <a:rPr kumimoji="0" lang="ja-JP" altLang="en-US" sz="1400" b="1" i="0" u="none" strike="noStrike" kern="0" cap="none" spc="0" normalizeH="0" baseline="0" noProof="0" dirty="0">
                  <a:ln>
                    <a:noFill/>
                  </a:ln>
                  <a:solidFill>
                    <a:srgbClr val="000000">
                      <a:lumMod val="85000"/>
                      <a:lumOff val="15000"/>
                    </a:srgbClr>
                  </a:solidFill>
                  <a:effectLst/>
                  <a:uLnTx/>
                  <a:uFillTx/>
                  <a:latin typeface="Yu Gothic UI"/>
                </a:rPr>
                <a:t>メッセージ</a:t>
              </a:r>
            </a:p>
          </p:txBody>
        </p:sp>
      </p:grpSp>
      <p:grpSp>
        <p:nvGrpSpPr>
          <p:cNvPr id="21" name="グループ化 20">
            <a:extLst>
              <a:ext uri="{FF2B5EF4-FFF2-40B4-BE49-F238E27FC236}">
                <a16:creationId xmlns:a16="http://schemas.microsoft.com/office/drawing/2014/main" id="{5DAF9113-44A7-D704-95A1-4903EF7230BB}"/>
              </a:ext>
            </a:extLst>
          </p:cNvPr>
          <p:cNvGrpSpPr/>
          <p:nvPr/>
        </p:nvGrpSpPr>
        <p:grpSpPr>
          <a:xfrm>
            <a:off x="4798326" y="2971065"/>
            <a:ext cx="2755289" cy="309763"/>
            <a:chOff x="1192195" y="3573119"/>
            <a:chExt cx="2487328" cy="315974"/>
          </a:xfrm>
        </p:grpSpPr>
        <p:cxnSp>
          <p:nvCxnSpPr>
            <p:cNvPr id="22" name="直線コネクタ 21">
              <a:extLst>
                <a:ext uri="{FF2B5EF4-FFF2-40B4-BE49-F238E27FC236}">
                  <a16:creationId xmlns:a16="http://schemas.microsoft.com/office/drawing/2014/main" id="{85062767-D7FE-D3BF-3719-501ED8A49D93}"/>
                </a:ext>
              </a:extLst>
            </p:cNvPr>
            <p:cNvCxnSpPr>
              <a:cxnSpLocks/>
            </p:cNvCxnSpPr>
            <p:nvPr/>
          </p:nvCxnSpPr>
          <p:spPr>
            <a:xfrm>
              <a:off x="1192195" y="3889093"/>
              <a:ext cx="2376177" cy="0"/>
            </a:xfrm>
            <a:prstGeom prst="line">
              <a:avLst/>
            </a:prstGeom>
            <a:noFill/>
            <a:ln w="6350" cap="flat" cmpd="sng" algn="ctr">
              <a:solidFill>
                <a:srgbClr val="FFFFFF">
                  <a:lumMod val="65000"/>
                </a:srgbClr>
              </a:solidFill>
              <a:prstDash val="solid"/>
              <a:miter lim="800000"/>
            </a:ln>
            <a:effectLst/>
          </p:spPr>
        </p:cxnSp>
        <p:sp>
          <p:nvSpPr>
            <p:cNvPr id="23" name="テキスト ボックス 22">
              <a:extLst>
                <a:ext uri="{FF2B5EF4-FFF2-40B4-BE49-F238E27FC236}">
                  <a16:creationId xmlns:a16="http://schemas.microsoft.com/office/drawing/2014/main" id="{3237BE7D-8C68-728E-EE14-228C812F3A0E}"/>
                </a:ext>
              </a:extLst>
            </p:cNvPr>
            <p:cNvSpPr txBox="1"/>
            <p:nvPr/>
          </p:nvSpPr>
          <p:spPr>
            <a:xfrm>
              <a:off x="1192195" y="3573119"/>
              <a:ext cx="2487328" cy="313948"/>
            </a:xfrm>
            <a:prstGeom prst="rect">
              <a:avLst/>
            </a:prstGeom>
            <a:noFill/>
          </p:spPr>
          <p:txBody>
            <a:bodyPr wrap="square"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lumMod val="85000"/>
                      <a:lumOff val="15000"/>
                    </a:srgbClr>
                  </a:solidFill>
                  <a:effectLst/>
                  <a:uLnTx/>
                  <a:uFillTx/>
                  <a:latin typeface="Yu Gothic UI"/>
                </a:rPr>
                <a:t>200</a:t>
              </a:r>
              <a:r>
                <a:rPr kumimoji="0" lang="ja-JP" altLang="en-US" sz="1400" b="1" i="0" u="none" strike="noStrike" kern="0" cap="none" spc="0" normalizeH="0" baseline="0" noProof="0" dirty="0">
                  <a:ln>
                    <a:noFill/>
                  </a:ln>
                  <a:solidFill>
                    <a:srgbClr val="000000">
                      <a:lumMod val="85000"/>
                      <a:lumOff val="15000"/>
                    </a:srgbClr>
                  </a:solidFill>
                  <a:effectLst/>
                  <a:uLnTx/>
                  <a:uFillTx/>
                  <a:latin typeface="Yu Gothic UI"/>
                </a:rPr>
                <a:t>ドル</a:t>
              </a:r>
              <a:r>
                <a:rPr kumimoji="0" lang="en-US" altLang="ja-JP" sz="1400" b="1" i="0" u="none" strike="noStrike" kern="0" cap="none" spc="0" normalizeH="0" baseline="0" noProof="0" dirty="0">
                  <a:ln>
                    <a:noFill/>
                  </a:ln>
                  <a:solidFill>
                    <a:srgbClr val="000000">
                      <a:lumMod val="85000"/>
                      <a:lumOff val="15000"/>
                    </a:srgbClr>
                  </a:solidFill>
                  <a:effectLst/>
                  <a:uLnTx/>
                  <a:uFillTx/>
                  <a:latin typeface="Yu Gothic UI"/>
                </a:rPr>
                <a:t>/25,000</a:t>
              </a:r>
              <a:r>
                <a:rPr kumimoji="0" lang="ja-JP" altLang="en-US" sz="1400" b="1" i="0" u="none" strike="noStrike" kern="0" cap="none" spc="0" normalizeH="0" baseline="0" noProof="0" dirty="0">
                  <a:ln>
                    <a:noFill/>
                  </a:ln>
                  <a:solidFill>
                    <a:srgbClr val="000000">
                      <a:lumMod val="85000"/>
                      <a:lumOff val="15000"/>
                    </a:srgbClr>
                  </a:solidFill>
                  <a:effectLst/>
                  <a:uLnTx/>
                  <a:uFillTx/>
                  <a:latin typeface="Yu Gothic UI"/>
                </a:rPr>
                <a:t>メッセージ</a:t>
              </a:r>
            </a:p>
          </p:txBody>
        </p:sp>
      </p:grpSp>
      <p:grpSp>
        <p:nvGrpSpPr>
          <p:cNvPr id="24" name="グループ化 23">
            <a:extLst>
              <a:ext uri="{FF2B5EF4-FFF2-40B4-BE49-F238E27FC236}">
                <a16:creationId xmlns:a16="http://schemas.microsoft.com/office/drawing/2014/main" id="{C1C5B04D-4CA2-247F-D984-2DA229F73A98}"/>
              </a:ext>
            </a:extLst>
          </p:cNvPr>
          <p:cNvGrpSpPr/>
          <p:nvPr/>
        </p:nvGrpSpPr>
        <p:grpSpPr>
          <a:xfrm>
            <a:off x="8560831" y="2971065"/>
            <a:ext cx="2755287" cy="309763"/>
            <a:chOff x="1192195" y="3573119"/>
            <a:chExt cx="2376177" cy="315974"/>
          </a:xfrm>
        </p:grpSpPr>
        <p:cxnSp>
          <p:nvCxnSpPr>
            <p:cNvPr id="25" name="直線コネクタ 24">
              <a:extLst>
                <a:ext uri="{FF2B5EF4-FFF2-40B4-BE49-F238E27FC236}">
                  <a16:creationId xmlns:a16="http://schemas.microsoft.com/office/drawing/2014/main" id="{AC50CB2A-EB01-24FB-F50D-E6C13738B243}"/>
                </a:ext>
              </a:extLst>
            </p:cNvPr>
            <p:cNvCxnSpPr>
              <a:cxnSpLocks/>
            </p:cNvCxnSpPr>
            <p:nvPr/>
          </p:nvCxnSpPr>
          <p:spPr>
            <a:xfrm>
              <a:off x="1192195" y="3889093"/>
              <a:ext cx="2376177" cy="0"/>
            </a:xfrm>
            <a:prstGeom prst="line">
              <a:avLst/>
            </a:prstGeom>
            <a:noFill/>
            <a:ln w="6350" cap="flat" cmpd="sng" algn="ctr">
              <a:solidFill>
                <a:srgbClr val="FFFFFF">
                  <a:lumMod val="65000"/>
                </a:srgbClr>
              </a:solidFill>
              <a:prstDash val="solid"/>
              <a:miter lim="800000"/>
            </a:ln>
            <a:effectLst/>
          </p:spPr>
        </p:cxnSp>
        <p:sp>
          <p:nvSpPr>
            <p:cNvPr id="26" name="テキスト ボックス 25">
              <a:extLst>
                <a:ext uri="{FF2B5EF4-FFF2-40B4-BE49-F238E27FC236}">
                  <a16:creationId xmlns:a16="http://schemas.microsoft.com/office/drawing/2014/main" id="{93F44D3B-12AD-E8A2-424C-C35B71F12670}"/>
                </a:ext>
              </a:extLst>
            </p:cNvPr>
            <p:cNvSpPr txBox="1"/>
            <p:nvPr/>
          </p:nvSpPr>
          <p:spPr>
            <a:xfrm>
              <a:off x="1541119" y="3573119"/>
              <a:ext cx="1678327" cy="313948"/>
            </a:xfrm>
            <a:prstGeom prst="rect">
              <a:avLst/>
            </a:prstGeom>
            <a:noFill/>
          </p:spPr>
          <p:txBody>
            <a:bodyPr wrap="square"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lumMod val="85000"/>
                      <a:lumOff val="15000"/>
                    </a:srgbClr>
                  </a:solidFill>
                  <a:effectLst/>
                  <a:uLnTx/>
                  <a:uFillTx/>
                  <a:latin typeface="Yu Gothic UI"/>
                </a:rPr>
                <a:t>30</a:t>
              </a:r>
              <a:r>
                <a:rPr kumimoji="0" lang="ja-JP" altLang="en-US" sz="1400" b="1" i="0" u="none" strike="noStrike" kern="0" cap="none" spc="0" normalizeH="0" baseline="0" noProof="0" dirty="0">
                  <a:ln>
                    <a:noFill/>
                  </a:ln>
                  <a:solidFill>
                    <a:srgbClr val="000000">
                      <a:lumMod val="85000"/>
                      <a:lumOff val="15000"/>
                    </a:srgbClr>
                  </a:solidFill>
                  <a:effectLst/>
                  <a:uLnTx/>
                  <a:uFillTx/>
                  <a:latin typeface="Yu Gothic UI"/>
                </a:rPr>
                <a:t>ドル</a:t>
              </a:r>
              <a:r>
                <a:rPr kumimoji="0" lang="en-US" altLang="ja-JP" sz="1400" b="1" i="0" u="none" strike="noStrike" kern="0" cap="none" spc="0" normalizeH="0" baseline="0" noProof="0" dirty="0">
                  <a:ln>
                    <a:noFill/>
                  </a:ln>
                  <a:solidFill>
                    <a:srgbClr val="000000">
                      <a:lumMod val="85000"/>
                      <a:lumOff val="15000"/>
                    </a:srgbClr>
                  </a:solidFill>
                  <a:effectLst/>
                  <a:uLnTx/>
                  <a:uFillTx/>
                  <a:latin typeface="Yu Gothic UI"/>
                </a:rPr>
                <a:t>/1</a:t>
              </a:r>
              <a:r>
                <a:rPr kumimoji="0" lang="ja-JP" altLang="en-US" sz="1400" b="1" i="0" u="none" strike="noStrike" kern="0" cap="none" spc="0" normalizeH="0" baseline="0" noProof="0" dirty="0">
                  <a:ln>
                    <a:noFill/>
                  </a:ln>
                  <a:solidFill>
                    <a:srgbClr val="000000">
                      <a:lumMod val="85000"/>
                      <a:lumOff val="15000"/>
                    </a:srgbClr>
                  </a:solidFill>
                  <a:effectLst/>
                  <a:uLnTx/>
                  <a:uFillTx/>
                  <a:latin typeface="Yu Gothic UI"/>
                </a:rPr>
                <a:t>ユーザー</a:t>
              </a:r>
            </a:p>
          </p:txBody>
        </p:sp>
      </p:grpSp>
      <p:sp>
        <p:nvSpPr>
          <p:cNvPr id="27" name="正方形/長方形 26">
            <a:extLst>
              <a:ext uri="{FF2B5EF4-FFF2-40B4-BE49-F238E27FC236}">
                <a16:creationId xmlns:a16="http://schemas.microsoft.com/office/drawing/2014/main" id="{3132962A-A443-8EC2-AC0D-7B1F5A7AF056}"/>
              </a:ext>
            </a:extLst>
          </p:cNvPr>
          <p:cNvSpPr/>
          <p:nvPr/>
        </p:nvSpPr>
        <p:spPr>
          <a:xfrm>
            <a:off x="1035821" y="3451439"/>
            <a:ext cx="2755289" cy="1610887"/>
          </a:xfrm>
          <a:prstGeom prst="rect">
            <a:avLst/>
          </a:prstGeom>
          <a:solidFill>
            <a:srgbClr val="FFFFFF">
              <a:lumMod val="95000"/>
            </a:srgbClr>
          </a:solidFill>
          <a:ln w="6350" cap="flat" cmpd="sng" algn="ctr">
            <a:noFill/>
            <a:prstDash val="solid"/>
            <a:miter lim="800000"/>
          </a:ln>
          <a:effectLst/>
        </p:spPr>
        <p:txBody>
          <a:bodyPr rtlCol="0" anchor="ctr"/>
          <a:lstStyle/>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176" b="0" i="0" u="none" strike="noStrike" kern="0" cap="none" spc="0" normalizeH="0" baseline="0" noProof="0" dirty="0">
                <a:ln>
                  <a:noFill/>
                </a:ln>
                <a:solidFill>
                  <a:srgbClr val="000000">
                    <a:lumMod val="85000"/>
                    <a:lumOff val="15000"/>
                  </a:srgbClr>
                </a:solidFill>
                <a:effectLst/>
                <a:uLnTx/>
                <a:uFillTx/>
                <a:latin typeface="Yu Gothic UI"/>
              </a:rPr>
              <a:t>Copilot Studio</a:t>
            </a:r>
            <a:r>
              <a:rPr kumimoji="0" lang="ja-JP" altLang="en-US" sz="1176" b="0" i="0" u="none" strike="noStrike" kern="0" cap="none" spc="0" normalizeH="0" baseline="0" noProof="0" dirty="0">
                <a:ln>
                  <a:noFill/>
                </a:ln>
                <a:solidFill>
                  <a:srgbClr val="000000">
                    <a:lumMod val="85000"/>
                    <a:lumOff val="15000"/>
                  </a:srgbClr>
                </a:solidFill>
                <a:effectLst/>
                <a:uLnTx/>
                <a:uFillTx/>
                <a:latin typeface="Yu Gothic UI"/>
              </a:rPr>
              <a:t>の従量課金メーターでは、請求月に消費された実際のメッセージ数に基づいて</a:t>
            </a:r>
            <a:r>
              <a:rPr kumimoji="0" lang="ja-JP" altLang="en-US" sz="1176" b="0" i="0" u="none" strike="noStrike" kern="0" cap="none" spc="0" normalizeH="0" baseline="0" noProof="0" dirty="0">
                <a:ln>
                  <a:noFill/>
                </a:ln>
                <a:solidFill>
                  <a:srgbClr val="EE0000"/>
                </a:solidFill>
                <a:effectLst/>
                <a:uLnTx/>
                <a:uFillTx/>
                <a:latin typeface="Yu Gothic UI"/>
              </a:rPr>
              <a:t>後払い</a:t>
            </a:r>
            <a:r>
              <a:rPr kumimoji="0" lang="ja-JP" altLang="en-US" sz="1176" b="0" i="0" u="none" strike="noStrike" kern="0" cap="none" spc="0" normalizeH="0" baseline="0" noProof="0" dirty="0">
                <a:ln>
                  <a:noFill/>
                </a:ln>
                <a:solidFill>
                  <a:srgbClr val="000000">
                    <a:lumMod val="85000"/>
                    <a:lumOff val="15000"/>
                  </a:srgbClr>
                </a:solidFill>
                <a:effectLst/>
                <a:uLnTx/>
                <a:uFillTx/>
                <a:latin typeface="Yu Gothic UI"/>
              </a:rPr>
              <a:t>することができます</a:t>
            </a:r>
            <a:endParaRPr kumimoji="0" lang="en-US" altLang="ja-JP" sz="1176" b="0" i="0" u="none" strike="noStrike" kern="0" cap="none" spc="0" normalizeH="0" baseline="0" noProof="0" dirty="0">
              <a:ln>
                <a:noFill/>
              </a:ln>
              <a:solidFill>
                <a:srgbClr val="000000">
                  <a:lumMod val="85000"/>
                  <a:lumOff val="15000"/>
                </a:srgbClr>
              </a:solidFill>
              <a:effectLst/>
              <a:uLnTx/>
              <a:uFillTx/>
              <a:latin typeface="Yu Gothic UI"/>
            </a:endParaRPr>
          </a:p>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1176" b="0" i="0" u="none" strike="noStrike" kern="0" cap="none" spc="0" normalizeH="0" baseline="0" noProof="0" dirty="0">
              <a:ln>
                <a:noFill/>
              </a:ln>
              <a:solidFill>
                <a:srgbClr val="000000">
                  <a:lumMod val="85000"/>
                  <a:lumOff val="15000"/>
                </a:srgbClr>
              </a:solidFill>
              <a:effectLst/>
              <a:uLnTx/>
              <a:uFillTx/>
              <a:latin typeface="Yu Gothic UI"/>
            </a:endParaRPr>
          </a:p>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176" b="0" i="0" u="none" strike="noStrike" kern="0" cap="none" spc="0" normalizeH="0" baseline="0" noProof="0" dirty="0">
                <a:ln>
                  <a:noFill/>
                </a:ln>
                <a:solidFill>
                  <a:srgbClr val="000000">
                    <a:lumMod val="85000"/>
                    <a:lumOff val="15000"/>
                  </a:srgbClr>
                </a:solidFill>
                <a:effectLst/>
                <a:uLnTx/>
                <a:uFillTx/>
                <a:latin typeface="Yu Gothic UI"/>
              </a:rPr>
              <a:t>エージェントを構築および管理するユーザーに対して、</a:t>
            </a:r>
            <a:r>
              <a:rPr kumimoji="0" lang="en-US" altLang="ja-JP" sz="1176" b="0" i="0" u="none" strike="noStrike" kern="0" cap="none" spc="0" normalizeH="0" baseline="0" noProof="0" dirty="0">
                <a:ln>
                  <a:noFill/>
                </a:ln>
                <a:solidFill>
                  <a:srgbClr val="EE0000"/>
                </a:solidFill>
                <a:effectLst/>
                <a:uLnTx/>
                <a:uFillTx/>
                <a:latin typeface="Yu Gothic UI"/>
              </a:rPr>
              <a:t>Copilot Author</a:t>
            </a:r>
            <a:r>
              <a:rPr kumimoji="0" lang="ja-JP" altLang="en-US" sz="1176" b="0" i="0" u="none" strike="noStrike" kern="0" cap="none" spc="0" normalizeH="0" baseline="0" noProof="0" dirty="0">
                <a:ln>
                  <a:noFill/>
                </a:ln>
                <a:solidFill>
                  <a:srgbClr val="EE0000"/>
                </a:solidFill>
                <a:effectLst/>
                <a:uLnTx/>
                <a:uFillTx/>
                <a:latin typeface="Yu Gothic UI"/>
              </a:rPr>
              <a:t>ロールを割り当てする</a:t>
            </a:r>
            <a:r>
              <a:rPr kumimoji="0" lang="ja-JP" altLang="en-US" sz="1176" b="0" i="0" u="none" strike="noStrike" kern="0" cap="none" spc="0" normalizeH="0" baseline="0" noProof="0" dirty="0">
                <a:ln>
                  <a:noFill/>
                </a:ln>
                <a:solidFill>
                  <a:srgbClr val="000000">
                    <a:lumMod val="85000"/>
                    <a:lumOff val="15000"/>
                  </a:srgbClr>
                </a:solidFill>
                <a:effectLst/>
                <a:uLnTx/>
                <a:uFillTx/>
                <a:latin typeface="Yu Gothic UI"/>
              </a:rPr>
              <a:t>必要があります</a:t>
            </a:r>
          </a:p>
        </p:txBody>
      </p:sp>
      <p:sp>
        <p:nvSpPr>
          <p:cNvPr id="28" name="正方形/長方形 27">
            <a:extLst>
              <a:ext uri="{FF2B5EF4-FFF2-40B4-BE49-F238E27FC236}">
                <a16:creationId xmlns:a16="http://schemas.microsoft.com/office/drawing/2014/main" id="{5E79A8A0-505D-A401-0B3B-9E54AC677BD6}"/>
              </a:ext>
            </a:extLst>
          </p:cNvPr>
          <p:cNvSpPr/>
          <p:nvPr/>
        </p:nvSpPr>
        <p:spPr>
          <a:xfrm>
            <a:off x="4798326" y="3451439"/>
            <a:ext cx="2755289" cy="1610887"/>
          </a:xfrm>
          <a:prstGeom prst="rect">
            <a:avLst/>
          </a:prstGeom>
          <a:solidFill>
            <a:srgbClr val="FFFFFF">
              <a:lumMod val="95000"/>
            </a:srgbClr>
          </a:solidFill>
          <a:ln w="6350" cap="flat" cmpd="sng" algn="ctr">
            <a:noFill/>
            <a:prstDash val="solid"/>
            <a:miter lim="800000"/>
          </a:ln>
          <a:effectLst/>
        </p:spPr>
        <p:txBody>
          <a:bodyPr rtlCol="0" anchor="ctr"/>
          <a:lstStyle/>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メッセージパックでは、テナントが </a:t>
            </a:r>
            <a:r>
              <a:rPr kumimoji="0" lang="en-US" altLang="ja-JP" sz="1176" b="0" i="0" u="none" strike="noStrike" kern="0" cap="none" spc="0" normalizeH="0" baseline="0" noProof="0">
                <a:ln>
                  <a:noFill/>
                </a:ln>
                <a:solidFill>
                  <a:srgbClr val="000000">
                    <a:lumMod val="85000"/>
                    <a:lumOff val="15000"/>
                  </a:srgbClr>
                </a:solidFill>
                <a:effectLst/>
                <a:uLnTx/>
                <a:uFillTx/>
                <a:latin typeface="Yu Gothic UI"/>
              </a:rPr>
              <a:t>1 </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か月に消費すると予想されるメッセージ数に合わせて</a:t>
            </a:r>
            <a:r>
              <a:rPr kumimoji="0" lang="ja-JP" altLang="en-US" sz="1176" b="0" i="0" u="none" strike="noStrike" kern="0" cap="none" spc="0" normalizeH="0" baseline="0" noProof="0">
                <a:ln>
                  <a:noFill/>
                </a:ln>
                <a:solidFill>
                  <a:srgbClr val="EE0000"/>
                </a:solidFill>
                <a:effectLst/>
                <a:uLnTx/>
                <a:uFillTx/>
                <a:latin typeface="Yu Gothic UI"/>
              </a:rPr>
              <a:t>前もって購入</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する必要があります</a:t>
            </a:r>
            <a:endParaRPr kumimoji="0" lang="en-US" altLang="ja-JP" sz="1176" b="0" i="0" u="none" strike="noStrike" kern="0" cap="none" spc="0" normalizeH="0" baseline="0" noProof="0">
              <a:ln>
                <a:noFill/>
              </a:ln>
              <a:solidFill>
                <a:srgbClr val="000000">
                  <a:lumMod val="85000"/>
                  <a:lumOff val="15000"/>
                </a:srgbClr>
              </a:solidFill>
              <a:effectLst/>
              <a:uLnTx/>
              <a:uFillTx/>
              <a:latin typeface="Yu Gothic UI"/>
            </a:endParaRPr>
          </a:p>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1176" b="0" i="0" u="none" strike="noStrike" kern="0" cap="none" spc="0" normalizeH="0" baseline="0" noProof="0">
              <a:ln>
                <a:noFill/>
              </a:ln>
              <a:solidFill>
                <a:srgbClr val="000000">
                  <a:lumMod val="85000"/>
                  <a:lumOff val="15000"/>
                </a:srgbClr>
              </a:solidFill>
              <a:effectLst/>
              <a:uLnTx/>
              <a:uFillTx/>
              <a:latin typeface="Yu Gothic UI"/>
            </a:endParaRPr>
          </a:p>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エージェントを構築および管理するユーザーに対して、</a:t>
            </a:r>
            <a:r>
              <a:rPr kumimoji="0" lang="en-US" altLang="ja-JP" sz="1176" b="0" i="0" u="none" strike="noStrike" kern="0" cap="none" spc="0" normalizeH="0" baseline="0" noProof="0">
                <a:ln>
                  <a:noFill/>
                </a:ln>
                <a:solidFill>
                  <a:srgbClr val="EE0000"/>
                </a:solidFill>
                <a:effectLst/>
                <a:uLnTx/>
                <a:uFillTx/>
                <a:latin typeface="Yu Gothic UI"/>
              </a:rPr>
              <a:t>Copilot Studio</a:t>
            </a:r>
            <a:r>
              <a:rPr kumimoji="0" lang="ja-JP" altLang="en-US" sz="1176" b="0" i="0" u="none" strike="noStrike" kern="0" cap="none" spc="0" normalizeH="0" baseline="0" noProof="0">
                <a:ln>
                  <a:noFill/>
                </a:ln>
                <a:solidFill>
                  <a:srgbClr val="EE0000"/>
                </a:solidFill>
                <a:effectLst/>
                <a:uLnTx/>
                <a:uFillTx/>
                <a:latin typeface="Yu Gothic UI"/>
              </a:rPr>
              <a:t>ユーザーライセンスを割り当てする</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必要があります</a:t>
            </a:r>
          </a:p>
        </p:txBody>
      </p:sp>
      <p:sp>
        <p:nvSpPr>
          <p:cNvPr id="29" name="正方形/長方形 28">
            <a:extLst>
              <a:ext uri="{FF2B5EF4-FFF2-40B4-BE49-F238E27FC236}">
                <a16:creationId xmlns:a16="http://schemas.microsoft.com/office/drawing/2014/main" id="{C97F1775-BFA6-5749-FA47-AC8841766FD4}"/>
              </a:ext>
            </a:extLst>
          </p:cNvPr>
          <p:cNvSpPr/>
          <p:nvPr/>
        </p:nvSpPr>
        <p:spPr>
          <a:xfrm>
            <a:off x="8560832" y="3448329"/>
            <a:ext cx="2755289" cy="1610887"/>
          </a:xfrm>
          <a:prstGeom prst="rect">
            <a:avLst/>
          </a:prstGeom>
          <a:solidFill>
            <a:srgbClr val="FFFFFF">
              <a:lumMod val="95000"/>
            </a:srgbClr>
          </a:solidFill>
          <a:ln w="6350" cap="flat" cmpd="sng" algn="ctr">
            <a:noFill/>
            <a:prstDash val="solid"/>
            <a:miter lim="800000"/>
          </a:ln>
          <a:effectLst/>
        </p:spPr>
        <p:txBody>
          <a:bodyPr rtlCol="0" anchor="ctr"/>
          <a:lstStyle/>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176" b="0" i="0" u="none" strike="noStrike" kern="0" cap="none" spc="0" normalizeH="0" baseline="0" noProof="0">
                <a:ln>
                  <a:noFill/>
                </a:ln>
                <a:solidFill>
                  <a:srgbClr val="000000">
                    <a:lumMod val="85000"/>
                    <a:lumOff val="15000"/>
                  </a:srgbClr>
                </a:solidFill>
                <a:effectLst/>
                <a:uLnTx/>
                <a:uFillTx/>
                <a:latin typeface="Yu Gothic UI"/>
              </a:rPr>
              <a:t>Microsoft 365 Copilot</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ライセンスに含まれる権利を利用して、</a:t>
            </a:r>
            <a:r>
              <a:rPr kumimoji="0" lang="en-US" altLang="ja-JP" sz="1176" b="0" i="0" u="none" strike="noStrike" kern="0" cap="none" spc="0" normalizeH="0" baseline="0" noProof="0">
                <a:ln>
                  <a:noFill/>
                </a:ln>
                <a:solidFill>
                  <a:srgbClr val="000000">
                    <a:lumMod val="85000"/>
                    <a:lumOff val="15000"/>
                  </a:srgbClr>
                </a:solidFill>
                <a:effectLst/>
                <a:uLnTx/>
                <a:uFillTx/>
                <a:latin typeface="Yu Gothic UI"/>
              </a:rPr>
              <a:t>Copilot Studio</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のエージェントを開発・利用します</a:t>
            </a:r>
            <a:endParaRPr kumimoji="0" lang="en-US" altLang="ja-JP" sz="1176" b="0" i="0" u="none" strike="noStrike" kern="0" cap="none" spc="0" normalizeH="0" baseline="0" noProof="0">
              <a:ln>
                <a:noFill/>
              </a:ln>
              <a:solidFill>
                <a:srgbClr val="000000">
                  <a:lumMod val="85000"/>
                  <a:lumOff val="15000"/>
                </a:srgbClr>
              </a:solidFill>
              <a:effectLst/>
              <a:uLnTx/>
              <a:uFillTx/>
              <a:latin typeface="Yu Gothic UI"/>
            </a:endParaRPr>
          </a:p>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1176" b="0" i="0" u="none" strike="noStrike" kern="0" cap="none" spc="0" normalizeH="0" baseline="0" noProof="0">
              <a:ln>
                <a:noFill/>
              </a:ln>
              <a:solidFill>
                <a:srgbClr val="000000">
                  <a:lumMod val="85000"/>
                  <a:lumOff val="15000"/>
                </a:srgbClr>
              </a:solidFill>
              <a:effectLst/>
              <a:uLnTx/>
              <a:uFillTx/>
              <a:latin typeface="Yu Gothic UI"/>
            </a:endParaRPr>
          </a:p>
          <a:p>
            <a:pPr marL="168072" marR="0" lvl="0" indent="-168072"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176" b="0" i="0" u="none" strike="noStrike" kern="0" cap="none" spc="0" normalizeH="0" baseline="0" noProof="0">
                <a:ln>
                  <a:noFill/>
                </a:ln>
                <a:solidFill>
                  <a:srgbClr val="000000">
                    <a:lumMod val="85000"/>
                    <a:lumOff val="15000"/>
                  </a:srgbClr>
                </a:solidFill>
                <a:effectLst/>
                <a:uLnTx/>
                <a:uFillTx/>
                <a:latin typeface="Yu Gothic UI"/>
              </a:rPr>
              <a:t>Microsoft 365 Copilot</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ユーザーライセンスを保有するユーザーは</a:t>
            </a:r>
            <a:r>
              <a:rPr kumimoji="0" lang="en-US" altLang="ja-JP" sz="1176" b="0" i="0" u="none" strike="noStrike" kern="0" cap="none" spc="0" normalizeH="0" baseline="0" noProof="0">
                <a:ln>
                  <a:noFill/>
                </a:ln>
                <a:solidFill>
                  <a:srgbClr val="EE0000"/>
                </a:solidFill>
                <a:effectLst/>
                <a:uLnTx/>
                <a:uFillTx/>
                <a:latin typeface="Yu Gothic UI"/>
              </a:rPr>
              <a:t>Copilot Studio</a:t>
            </a:r>
            <a:r>
              <a:rPr kumimoji="0" lang="ja-JP" altLang="en-US" sz="1176" b="0" i="0" u="none" strike="noStrike" kern="0" cap="none" spc="0" normalizeH="0" baseline="0" noProof="0">
                <a:ln>
                  <a:noFill/>
                </a:ln>
                <a:solidFill>
                  <a:srgbClr val="EE0000"/>
                </a:solidFill>
                <a:effectLst/>
                <a:uLnTx/>
                <a:uFillTx/>
                <a:latin typeface="Yu Gothic UI"/>
              </a:rPr>
              <a:t>を利用した開発権が付与</a:t>
            </a:r>
            <a:r>
              <a:rPr kumimoji="0" lang="ja-JP" altLang="en-US" sz="1176" b="0" i="0" u="none" strike="noStrike" kern="0" cap="none" spc="0" normalizeH="0" baseline="0" noProof="0">
                <a:ln>
                  <a:noFill/>
                </a:ln>
                <a:solidFill>
                  <a:srgbClr val="000000">
                    <a:lumMod val="85000"/>
                    <a:lumOff val="15000"/>
                  </a:srgbClr>
                </a:solidFill>
                <a:effectLst/>
                <a:uLnTx/>
                <a:uFillTx/>
                <a:latin typeface="Yu Gothic UI"/>
              </a:rPr>
              <a:t>されます</a:t>
            </a:r>
          </a:p>
        </p:txBody>
      </p:sp>
      <p:sp>
        <p:nvSpPr>
          <p:cNvPr id="30" name="楕円 29">
            <a:extLst>
              <a:ext uri="{FF2B5EF4-FFF2-40B4-BE49-F238E27FC236}">
                <a16:creationId xmlns:a16="http://schemas.microsoft.com/office/drawing/2014/main" id="{5406365E-B0FD-B0B3-8128-77DDA0EC612A}"/>
              </a:ext>
            </a:extLst>
          </p:cNvPr>
          <p:cNvSpPr/>
          <p:nvPr/>
        </p:nvSpPr>
        <p:spPr>
          <a:xfrm>
            <a:off x="9298540" y="858519"/>
            <a:ext cx="1462607" cy="385971"/>
          </a:xfrm>
          <a:prstGeom prst="ellipse">
            <a:avLst/>
          </a:prstGeom>
          <a:solidFill>
            <a:srgbClr val="FFFF00"/>
          </a:solidFill>
          <a:ln w="6350"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a:rPr>
              <a:t>お得</a:t>
            </a:r>
          </a:p>
        </p:txBody>
      </p:sp>
    </p:spTree>
    <p:extLst>
      <p:ext uri="{BB962C8B-B14F-4D97-AF65-F5344CB8AC3E}">
        <p14:creationId xmlns:p14="http://schemas.microsoft.com/office/powerpoint/2010/main" val="2917706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72CD9-0B19-B018-0E18-4A535A6AEC88}"/>
            </a:ext>
          </a:extLst>
        </p:cNvPr>
        <p:cNvGrpSpPr/>
        <p:nvPr/>
      </p:nvGrpSpPr>
      <p:grpSpPr>
        <a:xfrm>
          <a:off x="0" y="0"/>
          <a:ext cx="0" cy="0"/>
          <a:chOff x="0" y="0"/>
          <a:chExt cx="0" cy="0"/>
        </a:xfrm>
      </p:grpSpPr>
      <p:sp>
        <p:nvSpPr>
          <p:cNvPr id="4" name="タイトル 41">
            <a:extLst>
              <a:ext uri="{FF2B5EF4-FFF2-40B4-BE49-F238E27FC236}">
                <a16:creationId xmlns:a16="http://schemas.microsoft.com/office/drawing/2014/main" id="{92803387-CF4E-AF8E-53ED-CB936606B4C0}"/>
              </a:ext>
            </a:extLst>
          </p:cNvPr>
          <p:cNvSpPr>
            <a:spLocks noGrp="1"/>
          </p:cNvSpPr>
          <p:nvPr>
            <p:ph type="title"/>
          </p:nvPr>
        </p:nvSpPr>
        <p:spPr/>
        <p:txBody>
          <a:bodyPr/>
          <a:lstStyle/>
          <a:p>
            <a:pPr>
              <a:defRPr/>
            </a:pPr>
            <a:r>
              <a:rPr lang="en-US" altLang="ja-JP" sz="2800" dirty="0"/>
              <a:t>Copilot Studio </a:t>
            </a:r>
            <a:r>
              <a:rPr lang="ja-JP" altLang="en-US" sz="2800" dirty="0"/>
              <a:t>ライセンスの概要</a:t>
            </a:r>
            <a:endParaRPr lang="ja-JP" altLang="en-US" sz="2750" b="1" dirty="0">
              <a:gradFill flip="none" rotWithShape="1">
                <a:gsLst>
                  <a:gs pos="50000">
                    <a:srgbClr val="8661C5"/>
                  </a:gs>
                  <a:gs pos="0">
                    <a:srgbClr val="3E76D4"/>
                  </a:gs>
                  <a:gs pos="100000">
                    <a:srgbClr val="C73ECC"/>
                  </a:gs>
                </a:gsLst>
                <a:lin ang="2700000" scaled="1"/>
                <a:tileRect/>
              </a:gradFill>
              <a:latin typeface="Yu Gothic UI" panose="020B0500000000000000" pitchFamily="50" charset="-128"/>
              <a:ea typeface="Yu Gothic UI" panose="020B0500000000000000" pitchFamily="50" charset="-128"/>
              <a:cs typeface="Open Sans" panose="020B0606030504020204" pitchFamily="34" charset="0"/>
            </a:endParaRPr>
          </a:p>
        </p:txBody>
      </p:sp>
      <p:pic>
        <p:nvPicPr>
          <p:cNvPr id="2" name="図 1">
            <a:extLst>
              <a:ext uri="{FF2B5EF4-FFF2-40B4-BE49-F238E27FC236}">
                <a16:creationId xmlns:a16="http://schemas.microsoft.com/office/drawing/2014/main" id="{3CAB7BA9-AFDA-EC74-112B-B0FCFC9F7928}"/>
              </a:ext>
            </a:extLst>
          </p:cNvPr>
          <p:cNvPicPr>
            <a:picLocks noChangeAspect="1"/>
          </p:cNvPicPr>
          <p:nvPr/>
        </p:nvPicPr>
        <p:blipFill>
          <a:blip r:embed="rId3"/>
          <a:stretch>
            <a:fillRect/>
          </a:stretch>
        </p:blipFill>
        <p:spPr>
          <a:xfrm>
            <a:off x="6236067" y="1067786"/>
            <a:ext cx="5326721" cy="5435292"/>
          </a:xfrm>
          <a:prstGeom prst="rect">
            <a:avLst/>
          </a:prstGeom>
          <a:ln>
            <a:solidFill>
              <a:srgbClr val="FFFFFF">
                <a:lumMod val="75000"/>
              </a:srgbClr>
            </a:solidFill>
          </a:ln>
        </p:spPr>
      </p:pic>
      <p:pic>
        <p:nvPicPr>
          <p:cNvPr id="3" name="図 2">
            <a:extLst>
              <a:ext uri="{FF2B5EF4-FFF2-40B4-BE49-F238E27FC236}">
                <a16:creationId xmlns:a16="http://schemas.microsoft.com/office/drawing/2014/main" id="{860FAE28-E1E7-9CB9-8076-DBD105218DB3}"/>
              </a:ext>
            </a:extLst>
          </p:cNvPr>
          <p:cNvPicPr>
            <a:picLocks noChangeAspect="1"/>
          </p:cNvPicPr>
          <p:nvPr/>
        </p:nvPicPr>
        <p:blipFill>
          <a:blip r:embed="rId4"/>
          <a:stretch>
            <a:fillRect/>
          </a:stretch>
        </p:blipFill>
        <p:spPr>
          <a:xfrm>
            <a:off x="582986" y="1067785"/>
            <a:ext cx="5305228" cy="5435292"/>
          </a:xfrm>
          <a:prstGeom prst="rect">
            <a:avLst/>
          </a:prstGeom>
          <a:ln>
            <a:solidFill>
              <a:srgbClr val="FFFFFF">
                <a:lumMod val="75000"/>
              </a:srgbClr>
            </a:solidFill>
          </a:ln>
        </p:spPr>
      </p:pic>
      <p:sp>
        <p:nvSpPr>
          <p:cNvPr id="5" name="テキスト ボックス 4">
            <a:extLst>
              <a:ext uri="{FF2B5EF4-FFF2-40B4-BE49-F238E27FC236}">
                <a16:creationId xmlns:a16="http://schemas.microsoft.com/office/drawing/2014/main" id="{BCDCA234-B8C3-636D-B32D-B01688FCC3C2}"/>
              </a:ext>
            </a:extLst>
          </p:cNvPr>
          <p:cNvSpPr txBox="1"/>
          <p:nvPr/>
        </p:nvSpPr>
        <p:spPr>
          <a:xfrm>
            <a:off x="582986" y="808243"/>
            <a:ext cx="5305227" cy="261610"/>
          </a:xfrm>
          <a:prstGeom prst="rect">
            <a:avLst/>
          </a:prstGeom>
          <a:noFill/>
        </p:spPr>
        <p:txBody>
          <a:bodyPr wrap="square">
            <a:spAutoFit/>
          </a:bodyPr>
          <a:lstStyle/>
          <a:p>
            <a:pPr algn="ctr"/>
            <a:r>
              <a:rPr lang="en-US" altLang="ja-JP" sz="1100">
                <a:solidFill>
                  <a:srgbClr val="000000"/>
                </a:solidFill>
                <a:latin typeface="Yu Gothic UI"/>
                <a:hlinkClick r:id="rId5"/>
              </a:rPr>
              <a:t>Copilot Studio </a:t>
            </a:r>
            <a:r>
              <a:rPr lang="ja-JP" altLang="en-US" sz="1100">
                <a:solidFill>
                  <a:srgbClr val="000000"/>
                </a:solidFill>
                <a:latin typeface="Yu Gothic UI"/>
                <a:hlinkClick r:id="rId5"/>
              </a:rPr>
              <a:t>のライセンス </a:t>
            </a:r>
            <a:r>
              <a:rPr lang="en-US" altLang="ja-JP" sz="1100">
                <a:solidFill>
                  <a:srgbClr val="000000"/>
                </a:solidFill>
                <a:latin typeface="Yu Gothic UI"/>
                <a:hlinkClick r:id="rId5"/>
              </a:rPr>
              <a:t>- Microsoft Copilot Studio | Microsoft Learn</a:t>
            </a:r>
            <a:endParaRPr lang="ja-JP" altLang="en-US" sz="1100">
              <a:solidFill>
                <a:srgbClr val="000000"/>
              </a:solidFill>
              <a:latin typeface="Yu Gothic UI"/>
            </a:endParaRPr>
          </a:p>
        </p:txBody>
      </p:sp>
      <p:sp>
        <p:nvSpPr>
          <p:cNvPr id="6" name="テキスト ボックス 5">
            <a:extLst>
              <a:ext uri="{FF2B5EF4-FFF2-40B4-BE49-F238E27FC236}">
                <a16:creationId xmlns:a16="http://schemas.microsoft.com/office/drawing/2014/main" id="{FF77A7C6-9630-B07E-6BB3-FCCC7D54C04E}"/>
              </a:ext>
            </a:extLst>
          </p:cNvPr>
          <p:cNvSpPr txBox="1"/>
          <p:nvPr/>
        </p:nvSpPr>
        <p:spPr>
          <a:xfrm>
            <a:off x="6236066" y="796232"/>
            <a:ext cx="5456951" cy="261610"/>
          </a:xfrm>
          <a:prstGeom prst="rect">
            <a:avLst/>
          </a:prstGeom>
          <a:noFill/>
        </p:spPr>
        <p:txBody>
          <a:bodyPr wrap="square">
            <a:spAutoFit/>
          </a:bodyPr>
          <a:lstStyle/>
          <a:p>
            <a:pPr algn="ctr"/>
            <a:r>
              <a:rPr lang="ja-JP" altLang="en-US" sz="1100">
                <a:solidFill>
                  <a:srgbClr val="000000"/>
                </a:solidFill>
                <a:latin typeface="Yu Gothic UI"/>
                <a:hlinkClick r:id="rId6"/>
              </a:rPr>
              <a:t>請求レートと管理 </a:t>
            </a:r>
            <a:r>
              <a:rPr lang="en-US" altLang="ja-JP" sz="1100">
                <a:solidFill>
                  <a:srgbClr val="000000"/>
                </a:solidFill>
                <a:latin typeface="Yu Gothic UI"/>
                <a:hlinkClick r:id="rId6"/>
              </a:rPr>
              <a:t>- Microsoft Copilot Studio | Microsoft Learn</a:t>
            </a:r>
            <a:endParaRPr lang="ja-JP" altLang="en-US" sz="1100">
              <a:solidFill>
                <a:srgbClr val="000000"/>
              </a:solidFill>
              <a:latin typeface="Yu Gothic UI"/>
            </a:endParaRPr>
          </a:p>
        </p:txBody>
      </p:sp>
      <p:sp>
        <p:nvSpPr>
          <p:cNvPr id="7" name="正方形/長方形 6">
            <a:extLst>
              <a:ext uri="{FF2B5EF4-FFF2-40B4-BE49-F238E27FC236}">
                <a16:creationId xmlns:a16="http://schemas.microsoft.com/office/drawing/2014/main" id="{865882F7-9109-E265-976D-75D0EB30D6EF}"/>
              </a:ext>
            </a:extLst>
          </p:cNvPr>
          <p:cNvSpPr/>
          <p:nvPr/>
        </p:nvSpPr>
        <p:spPr>
          <a:xfrm>
            <a:off x="4542640" y="2209659"/>
            <a:ext cx="1421295" cy="4363278"/>
          </a:xfrm>
          <a:prstGeom prst="rect">
            <a:avLst/>
          </a:prstGeom>
          <a:noFill/>
          <a:ln w="19050" cap="flat" cmpd="sng" algn="ctr">
            <a:solidFill>
              <a:srgbClr val="EE0000"/>
            </a:solidFill>
            <a:prstDash val="sysDot"/>
            <a:miter lim="800000"/>
          </a:ln>
          <a:effectLst/>
        </p:spPr>
        <p:txBody>
          <a:bodyPr rtlCol="0" anchor="ctr"/>
          <a:lstStyle/>
          <a:p>
            <a:endParaRPr lang="ja-JP" altLang="en-US" sz="1600">
              <a:solidFill>
                <a:srgbClr val="000000">
                  <a:lumMod val="85000"/>
                  <a:lumOff val="15000"/>
                </a:srgbClr>
              </a:solidFill>
              <a:latin typeface="Yu Gothic UI"/>
            </a:endParaRPr>
          </a:p>
        </p:txBody>
      </p:sp>
      <p:sp>
        <p:nvSpPr>
          <p:cNvPr id="8" name="正方形/長方形 7">
            <a:extLst>
              <a:ext uri="{FF2B5EF4-FFF2-40B4-BE49-F238E27FC236}">
                <a16:creationId xmlns:a16="http://schemas.microsoft.com/office/drawing/2014/main" id="{CEB461F4-98AF-F908-9FE2-3FDCF8D5DF8C}"/>
              </a:ext>
            </a:extLst>
          </p:cNvPr>
          <p:cNvSpPr/>
          <p:nvPr/>
        </p:nvSpPr>
        <p:spPr>
          <a:xfrm>
            <a:off x="9017549" y="1964493"/>
            <a:ext cx="2545239" cy="3533891"/>
          </a:xfrm>
          <a:prstGeom prst="rect">
            <a:avLst/>
          </a:prstGeom>
          <a:noFill/>
          <a:ln w="19050" cap="flat" cmpd="sng" algn="ctr">
            <a:solidFill>
              <a:srgbClr val="EE0000"/>
            </a:solidFill>
            <a:prstDash val="sysDot"/>
            <a:miter lim="800000"/>
          </a:ln>
          <a:effectLst/>
        </p:spPr>
        <p:txBody>
          <a:bodyPr rtlCol="0" anchor="ctr"/>
          <a:lstStyle/>
          <a:p>
            <a:endParaRPr lang="ja-JP" altLang="en-US" sz="1600">
              <a:solidFill>
                <a:srgbClr val="000000">
                  <a:lumMod val="85000"/>
                  <a:lumOff val="15000"/>
                </a:srgbClr>
              </a:solidFill>
              <a:latin typeface="Yu Gothic UI"/>
            </a:endParaRPr>
          </a:p>
        </p:txBody>
      </p:sp>
    </p:spTree>
    <p:extLst>
      <p:ext uri="{BB962C8B-B14F-4D97-AF65-F5344CB8AC3E}">
        <p14:creationId xmlns:p14="http://schemas.microsoft.com/office/powerpoint/2010/main" val="3591893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7B93-2499-BE78-BCC8-BA78909C9E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1FEC52-88BD-8106-8E7F-B6252AC9C6F0}"/>
              </a:ext>
            </a:extLst>
          </p:cNvPr>
          <p:cNvSpPr>
            <a:spLocks noGrp="1"/>
          </p:cNvSpPr>
          <p:nvPr>
            <p:ph type="title"/>
          </p:nvPr>
        </p:nvSpPr>
        <p:spPr/>
        <p:txBody>
          <a:bodyPr/>
          <a:lstStyle/>
          <a:p>
            <a:r>
              <a:rPr lang="en-US" altLang="ja-JP" dirty="0">
                <a:solidFill>
                  <a:srgbClr val="00004B"/>
                </a:solidFill>
                <a:latin typeface="Segoe UI" panose="020B0502040204020203" pitchFamily="34" charset="0"/>
                <a:cs typeface="Segoe UI" panose="020B0502040204020203" pitchFamily="34" charset="0"/>
              </a:rPr>
              <a:t>M365 Copilot </a:t>
            </a:r>
            <a:r>
              <a:rPr lang="ja-JP" altLang="en-US" dirty="0">
                <a:solidFill>
                  <a:srgbClr val="00004B"/>
                </a:solidFill>
                <a:latin typeface="Segoe UI" panose="020B0502040204020203" pitchFamily="34" charset="0"/>
                <a:cs typeface="Segoe UI" panose="020B0502040204020203" pitchFamily="34" charset="0"/>
              </a:rPr>
              <a:t>ユーザーライセンス の設定</a:t>
            </a:r>
          </a:p>
        </p:txBody>
      </p:sp>
    </p:spTree>
    <p:extLst>
      <p:ext uri="{BB962C8B-B14F-4D97-AF65-F5344CB8AC3E}">
        <p14:creationId xmlns:p14="http://schemas.microsoft.com/office/powerpoint/2010/main" val="1642384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5B895-A7A1-C29E-826D-3FE98185BCCA}"/>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410B4649-39C3-6CB4-77EA-8AC10EA39100}"/>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M365 Copilot </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ユーザーライセンス</a:t>
            </a:r>
          </a:p>
        </p:txBody>
      </p:sp>
      <p:sp>
        <p:nvSpPr>
          <p:cNvPr id="4" name="タイトル 1">
            <a:extLst>
              <a:ext uri="{FF2B5EF4-FFF2-40B4-BE49-F238E27FC236}">
                <a16:creationId xmlns:a16="http://schemas.microsoft.com/office/drawing/2014/main" id="{37624173-685C-74D9-42C0-E30DBBEAF660}"/>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管理センターから、サービスを購入するから、</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Copilot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を選択します。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ご購入は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からではなく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CSP</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パートナーから購入したほうが安いことが多いです。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購入の際 Ｋ合同会社 までご連絡ください。</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p>
        </p:txBody>
      </p:sp>
      <p:pic>
        <p:nvPicPr>
          <p:cNvPr id="5" name="図 4"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AE30B003-2846-7287-EA87-4CD41939D633}"/>
              </a:ext>
            </a:extLst>
          </p:cNvPr>
          <p:cNvPicPr>
            <a:picLocks noChangeAspect="1"/>
          </p:cNvPicPr>
          <p:nvPr/>
        </p:nvPicPr>
        <p:blipFill>
          <a:blip r:embed="rId3"/>
          <a:srcRect t="6372" r="58750" b="17329"/>
          <a:stretch>
            <a:fillRect/>
          </a:stretch>
        </p:blipFill>
        <p:spPr>
          <a:xfrm>
            <a:off x="6562165" y="812730"/>
            <a:ext cx="5029200" cy="5232540"/>
          </a:xfrm>
          <a:prstGeom prst="rect">
            <a:avLst/>
          </a:prstGeom>
        </p:spPr>
      </p:pic>
    </p:spTree>
    <p:extLst>
      <p:ext uri="{BB962C8B-B14F-4D97-AF65-F5344CB8AC3E}">
        <p14:creationId xmlns:p14="http://schemas.microsoft.com/office/powerpoint/2010/main" val="2217550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CB79-D6C9-CEF7-F57B-3CD55A3B4797}"/>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D0EFCA3E-EC8B-9691-6269-7485444054A0}"/>
              </a:ext>
            </a:extLst>
          </p:cNvPr>
          <p:cNvSpPr txBox="1">
            <a:spLocks/>
          </p:cNvSpPr>
          <p:nvPr/>
        </p:nvSpPr>
        <p:spPr>
          <a:xfrm>
            <a:off x="158750" y="180371"/>
            <a:ext cx="7264026"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Microsoft365 Copilot </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ユーザーライセンスの購入</a:t>
            </a:r>
          </a:p>
        </p:txBody>
      </p:sp>
      <p:sp>
        <p:nvSpPr>
          <p:cNvPr id="4" name="タイトル 1">
            <a:extLst>
              <a:ext uri="{FF2B5EF4-FFF2-40B4-BE49-F238E27FC236}">
                <a16:creationId xmlns:a16="http://schemas.microsoft.com/office/drawing/2014/main" id="{7C2EC4AF-377B-2730-0DCE-2E586794D672}"/>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ライセンスは２種類ありこれらを購入後にユーザーに割り当てます。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Copilot Business</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は、以下のオフィスライセンスにアタッチできます。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Business Basic</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Business Standard</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Business Premium</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Apps for Business</a:t>
            </a:r>
          </a:p>
          <a:p>
            <a:pPr algn="just"/>
            <a:b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b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Copilot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は、上記の他、以下のライセンスにアタッチできます。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E5</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E3</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F1</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Microsoft 365 F3</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他</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参考</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3" name="図 2" descr="テーブル&#10;&#10;AI 生成コンテンツは誤りを含む可能性があります。">
            <a:extLst>
              <a:ext uri="{FF2B5EF4-FFF2-40B4-BE49-F238E27FC236}">
                <a16:creationId xmlns:a16="http://schemas.microsoft.com/office/drawing/2014/main" id="{2619113A-2F81-B4B3-A5BD-84CD23B42ED6}"/>
              </a:ext>
            </a:extLst>
          </p:cNvPr>
          <p:cNvPicPr>
            <a:picLocks noChangeAspect="1"/>
          </p:cNvPicPr>
          <p:nvPr/>
        </p:nvPicPr>
        <p:blipFill>
          <a:blip r:embed="rId4"/>
          <a:stretch>
            <a:fillRect/>
          </a:stretch>
        </p:blipFill>
        <p:spPr>
          <a:xfrm>
            <a:off x="6246670" y="948247"/>
            <a:ext cx="5786579" cy="5364247"/>
          </a:xfrm>
          <a:prstGeom prst="rect">
            <a:avLst/>
          </a:prstGeom>
        </p:spPr>
      </p:pic>
    </p:spTree>
    <p:extLst>
      <p:ext uri="{BB962C8B-B14F-4D97-AF65-F5344CB8AC3E}">
        <p14:creationId xmlns:p14="http://schemas.microsoft.com/office/powerpoint/2010/main" val="3498573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1E393-B293-31A0-7519-2E9E37FCE28E}"/>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62369B5E-D906-561F-AC04-8D8E9080459E}"/>
              </a:ext>
            </a:extLst>
          </p:cNvPr>
          <p:cNvSpPr txBox="1">
            <a:spLocks/>
          </p:cNvSpPr>
          <p:nvPr/>
        </p:nvSpPr>
        <p:spPr>
          <a:xfrm>
            <a:off x="158750" y="180371"/>
            <a:ext cx="7264026"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ユーザーライセンスの割り当て</a:t>
            </a:r>
          </a:p>
        </p:txBody>
      </p:sp>
      <p:sp>
        <p:nvSpPr>
          <p:cNvPr id="4" name="タイトル 1">
            <a:extLst>
              <a:ext uri="{FF2B5EF4-FFF2-40B4-BE49-F238E27FC236}">
                <a16:creationId xmlns:a16="http://schemas.microsoft.com/office/drawing/2014/main" id="{B1740C46-7F0E-ADA2-F207-E65ED5BB4FC9}"/>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対象ユーザーにライセンスを割り当てます。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こちらの設定で</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が利用できるようになります。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14" name="図 13" descr="グラフィカル ユーザー インターフェイス, アプリケーション, Word&#10;&#10;AI 生成コンテンツは誤りを含む可能性があります。">
            <a:extLst>
              <a:ext uri="{FF2B5EF4-FFF2-40B4-BE49-F238E27FC236}">
                <a16:creationId xmlns:a16="http://schemas.microsoft.com/office/drawing/2014/main" id="{8A43A3C9-136C-7763-9A02-5311B378DAFA}"/>
              </a:ext>
            </a:extLst>
          </p:cNvPr>
          <p:cNvPicPr>
            <a:picLocks noChangeAspect="1"/>
          </p:cNvPicPr>
          <p:nvPr/>
        </p:nvPicPr>
        <p:blipFill>
          <a:blip r:embed="rId3"/>
          <a:srcRect t="5933" r="69888" b="35062"/>
          <a:stretch>
            <a:fillRect/>
          </a:stretch>
        </p:blipFill>
        <p:spPr>
          <a:xfrm>
            <a:off x="2365270" y="2323521"/>
            <a:ext cx="3671255" cy="4046563"/>
          </a:xfrm>
          <a:prstGeom prst="rect">
            <a:avLst/>
          </a:prstGeom>
        </p:spPr>
      </p:pic>
      <p:pic>
        <p:nvPicPr>
          <p:cNvPr id="7" name="図 6" descr="グラフィカル ユーザー インターフェイス, アプリケーション, Word&#10;&#10;AI 生成コンテンツは誤りを含む可能性があります。">
            <a:extLst>
              <a:ext uri="{FF2B5EF4-FFF2-40B4-BE49-F238E27FC236}">
                <a16:creationId xmlns:a16="http://schemas.microsoft.com/office/drawing/2014/main" id="{1065E9C1-4D96-22C2-EA38-92F43B002EA2}"/>
              </a:ext>
            </a:extLst>
          </p:cNvPr>
          <p:cNvPicPr>
            <a:picLocks noChangeAspect="1"/>
          </p:cNvPicPr>
          <p:nvPr/>
        </p:nvPicPr>
        <p:blipFill>
          <a:blip r:embed="rId4"/>
          <a:srcRect l="76683" t="12434" b="3601"/>
          <a:stretch>
            <a:fillRect/>
          </a:stretch>
        </p:blipFill>
        <p:spPr>
          <a:xfrm>
            <a:off x="6096000" y="749513"/>
            <a:ext cx="2842803" cy="5758320"/>
          </a:xfrm>
          <a:prstGeom prst="rect">
            <a:avLst/>
          </a:prstGeom>
        </p:spPr>
      </p:pic>
      <p:pic>
        <p:nvPicPr>
          <p:cNvPr id="12" name="図 11" descr="グラフィカル ユーザー インターフェイス, アプリケーション, Word&#10;&#10;AI 生成コンテンツは誤りを含む可能性があります。">
            <a:extLst>
              <a:ext uri="{FF2B5EF4-FFF2-40B4-BE49-F238E27FC236}">
                <a16:creationId xmlns:a16="http://schemas.microsoft.com/office/drawing/2014/main" id="{BB7BD828-5692-2046-5DEC-2EC7A223E2D6}"/>
              </a:ext>
            </a:extLst>
          </p:cNvPr>
          <p:cNvPicPr>
            <a:picLocks noChangeAspect="1"/>
          </p:cNvPicPr>
          <p:nvPr/>
        </p:nvPicPr>
        <p:blipFill>
          <a:blip r:embed="rId5"/>
          <a:srcRect l="62841" t="11246" r="16733" b="3384"/>
          <a:stretch>
            <a:fillRect/>
          </a:stretch>
        </p:blipFill>
        <p:spPr>
          <a:xfrm>
            <a:off x="8998278" y="749513"/>
            <a:ext cx="2490418" cy="5854675"/>
          </a:xfrm>
          <a:prstGeom prst="rect">
            <a:avLst/>
          </a:prstGeom>
        </p:spPr>
      </p:pic>
      <p:cxnSp>
        <p:nvCxnSpPr>
          <p:cNvPr id="2" name="直線矢印コネクタ 1">
            <a:extLst>
              <a:ext uri="{FF2B5EF4-FFF2-40B4-BE49-F238E27FC236}">
                <a16:creationId xmlns:a16="http://schemas.microsoft.com/office/drawing/2014/main" id="{A08BDB7C-D336-C30A-A1B1-BE1667611FDB}"/>
              </a:ext>
            </a:extLst>
          </p:cNvPr>
          <p:cNvCxnSpPr>
            <a:cxnSpLocks/>
          </p:cNvCxnSpPr>
          <p:nvPr/>
        </p:nvCxnSpPr>
        <p:spPr>
          <a:xfrm>
            <a:off x="9282147" y="3532610"/>
            <a:ext cx="184195" cy="2690573"/>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矢印コネクタ 7">
            <a:extLst>
              <a:ext uri="{FF2B5EF4-FFF2-40B4-BE49-F238E27FC236}">
                <a16:creationId xmlns:a16="http://schemas.microsoft.com/office/drawing/2014/main" id="{8D937258-21D7-A521-2819-7E55B92A596D}"/>
              </a:ext>
            </a:extLst>
          </p:cNvPr>
          <p:cNvCxnSpPr>
            <a:cxnSpLocks/>
          </p:cNvCxnSpPr>
          <p:nvPr/>
        </p:nvCxnSpPr>
        <p:spPr>
          <a:xfrm flipH="1">
            <a:off x="6499475" y="1934055"/>
            <a:ext cx="1" cy="4118089"/>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直線矢印コネクタ 20">
            <a:extLst>
              <a:ext uri="{FF2B5EF4-FFF2-40B4-BE49-F238E27FC236}">
                <a16:creationId xmlns:a16="http://schemas.microsoft.com/office/drawing/2014/main" id="{58B6FD9C-7123-DB60-3EB9-6F01FD0371A0}"/>
              </a:ext>
            </a:extLst>
          </p:cNvPr>
          <p:cNvCxnSpPr>
            <a:cxnSpLocks/>
          </p:cNvCxnSpPr>
          <p:nvPr/>
        </p:nvCxnSpPr>
        <p:spPr>
          <a:xfrm>
            <a:off x="3107641" y="3308944"/>
            <a:ext cx="1451202" cy="1131488"/>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6257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4A750C-EA29-A081-F030-7B429BFE7A37}"/>
              </a:ext>
            </a:extLst>
          </p:cNvPr>
          <p:cNvSpPr>
            <a:spLocks noGrp="1"/>
          </p:cNvSpPr>
          <p:nvPr>
            <p:ph type="title"/>
          </p:nvPr>
        </p:nvSpPr>
        <p:spPr/>
        <p:txBody>
          <a:bodyPr/>
          <a:lstStyle/>
          <a:p>
            <a:r>
              <a:rPr lang="en-US" altLang="ja-JP" dirty="0">
                <a:solidFill>
                  <a:srgbClr val="00004B"/>
                </a:solidFill>
                <a:latin typeface="Segoe UI" panose="020B0502040204020203" pitchFamily="34" charset="0"/>
                <a:cs typeface="Segoe UI" panose="020B0502040204020203" pitchFamily="34" charset="0"/>
              </a:rPr>
              <a:t>Copilot Studio </a:t>
            </a:r>
            <a:r>
              <a:rPr lang="ja-JP" altLang="en-US" dirty="0">
                <a:solidFill>
                  <a:srgbClr val="00004B"/>
                </a:solidFill>
                <a:latin typeface="Segoe UI" panose="020B0502040204020203" pitchFamily="34" charset="0"/>
                <a:cs typeface="Segoe UI" panose="020B0502040204020203" pitchFamily="34" charset="0"/>
              </a:rPr>
              <a:t>メッセージパック の設定</a:t>
            </a:r>
            <a:endParaRPr kumimoji="1" lang="ja-JP" altLang="en-US" dirty="0"/>
          </a:p>
        </p:txBody>
      </p:sp>
    </p:spTree>
    <p:extLst>
      <p:ext uri="{BB962C8B-B14F-4D97-AF65-F5344CB8AC3E}">
        <p14:creationId xmlns:p14="http://schemas.microsoft.com/office/powerpoint/2010/main" val="2350765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3854-2585-800D-C340-A63FAB37BB87}"/>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2E56D37A-7D4B-945E-8A82-BCCD81D847F5}"/>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Copilot Studio </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ライセンスの購入</a:t>
            </a:r>
          </a:p>
        </p:txBody>
      </p:sp>
      <p:sp>
        <p:nvSpPr>
          <p:cNvPr id="4" name="タイトル 1">
            <a:extLst>
              <a:ext uri="{FF2B5EF4-FFF2-40B4-BE49-F238E27FC236}">
                <a16:creationId xmlns:a16="http://schemas.microsoft.com/office/drawing/2014/main" id="{01BB0526-75D7-DABE-6DC6-5A10E03D801C}"/>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管理センターから、サービスを購入するから、</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を選択します。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ご購入は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からではなく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CSP</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パートナーから購入したほうが安いことが多いです。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購入の際 Ｋ合同会社 までご連絡ください。</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p>
        </p:txBody>
      </p:sp>
      <p:pic>
        <p:nvPicPr>
          <p:cNvPr id="3" name="図 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CA9EC337-4F83-E18F-EC36-FF70FC4CDBAC}"/>
              </a:ext>
            </a:extLst>
          </p:cNvPr>
          <p:cNvPicPr>
            <a:picLocks noChangeAspect="1"/>
          </p:cNvPicPr>
          <p:nvPr/>
        </p:nvPicPr>
        <p:blipFill>
          <a:blip r:embed="rId3"/>
          <a:srcRect t="5981" r="66250" b="9667"/>
          <a:stretch>
            <a:fillRect/>
          </a:stretch>
        </p:blipFill>
        <p:spPr>
          <a:xfrm>
            <a:off x="7216588" y="795244"/>
            <a:ext cx="4114800" cy="5784884"/>
          </a:xfrm>
          <a:prstGeom prst="rect">
            <a:avLst/>
          </a:prstGeom>
        </p:spPr>
      </p:pic>
    </p:spTree>
    <p:extLst>
      <p:ext uri="{BB962C8B-B14F-4D97-AF65-F5344CB8AC3E}">
        <p14:creationId xmlns:p14="http://schemas.microsoft.com/office/powerpoint/2010/main" val="1520140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3122-FDB3-C362-0270-EA97CE534140}"/>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F42DB25A-CD1E-AF6C-19D7-856EC21B2F15}"/>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Copilot Studio </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ライセンスの購入</a:t>
            </a:r>
          </a:p>
        </p:txBody>
      </p:sp>
      <p:sp>
        <p:nvSpPr>
          <p:cNvPr id="4" name="タイトル 1">
            <a:extLst>
              <a:ext uri="{FF2B5EF4-FFF2-40B4-BE49-F238E27FC236}">
                <a16:creationId xmlns:a16="http://schemas.microsoft.com/office/drawing/2014/main" id="{939A96D7-6298-5066-5D2B-D14257C6A853}"/>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のメッセージパックの購入の他、必ず、無料の</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ユーザーライセンスを購入します。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利用するユーザーには</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Copilot Studio</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ユーザーライセンス」</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を付与することで、</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が利用できるようになります。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8" name="図 7" descr="グラフィカル ユーザー インターフェイス, アプリケーション&#10;&#10;AI 生成コンテンツは誤りを含む可能性があります。">
            <a:extLst>
              <a:ext uri="{FF2B5EF4-FFF2-40B4-BE49-F238E27FC236}">
                <a16:creationId xmlns:a16="http://schemas.microsoft.com/office/drawing/2014/main" id="{BBFD6823-4FD8-0A72-472B-09CD0D59B268}"/>
              </a:ext>
            </a:extLst>
          </p:cNvPr>
          <p:cNvPicPr>
            <a:picLocks noChangeAspect="1"/>
          </p:cNvPicPr>
          <p:nvPr/>
        </p:nvPicPr>
        <p:blipFill>
          <a:blip r:embed="rId3"/>
          <a:srcRect l="11636" t="41667" r="51526" b="26274"/>
          <a:stretch>
            <a:fillRect/>
          </a:stretch>
        </p:blipFill>
        <p:spPr>
          <a:xfrm>
            <a:off x="6155029" y="934570"/>
            <a:ext cx="5631318" cy="2756648"/>
          </a:xfrm>
          <a:prstGeom prst="rect">
            <a:avLst/>
          </a:prstGeom>
        </p:spPr>
      </p:pic>
    </p:spTree>
    <p:extLst>
      <p:ext uri="{BB962C8B-B14F-4D97-AF65-F5344CB8AC3E}">
        <p14:creationId xmlns:p14="http://schemas.microsoft.com/office/powerpoint/2010/main" val="137782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1B09E-F1AD-801B-C2CA-BA634D12E7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4ED920-E575-4E0E-2193-069917161FF0}"/>
              </a:ext>
            </a:extLst>
          </p:cNvPr>
          <p:cNvSpPr>
            <a:spLocks noGrp="1"/>
          </p:cNvSpPr>
          <p:nvPr>
            <p:ph type="title"/>
          </p:nvPr>
        </p:nvSpPr>
        <p:spPr/>
        <p:txBody>
          <a:bodyPr/>
          <a:lstStyle/>
          <a:p>
            <a:r>
              <a:rPr lang="ja-JP" altLang="en-US" dirty="0">
                <a:solidFill>
                  <a:srgbClr val="00004B"/>
                </a:solidFill>
                <a:latin typeface="Segoe UI" panose="020B0502040204020203" pitchFamily="34" charset="0"/>
                <a:cs typeface="Segoe UI" panose="020B0502040204020203" pitchFamily="34" charset="0"/>
              </a:rPr>
              <a:t>従量課金ライセンスの設定</a:t>
            </a:r>
            <a:endParaRPr kumimoji="1" lang="ja-JP" altLang="en-US" dirty="0"/>
          </a:p>
        </p:txBody>
      </p:sp>
    </p:spTree>
    <p:extLst>
      <p:ext uri="{BB962C8B-B14F-4D97-AF65-F5344CB8AC3E}">
        <p14:creationId xmlns:p14="http://schemas.microsoft.com/office/powerpoint/2010/main" val="415794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382CA-594B-6B30-DC23-F4D7229C3D44}"/>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A33E5B32-53E9-6CD6-7F96-13414D4D9C9F}"/>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従量課金設定の手順</a:t>
            </a:r>
          </a:p>
        </p:txBody>
      </p:sp>
      <p:sp>
        <p:nvSpPr>
          <p:cNvPr id="4" name="タイトル 1">
            <a:extLst>
              <a:ext uri="{FF2B5EF4-FFF2-40B4-BE49-F238E27FC236}">
                <a16:creationId xmlns:a16="http://schemas.microsoft.com/office/drawing/2014/main" id="{7E9896B1-7B9F-3FF1-B155-292AE32496C2}"/>
              </a:ext>
            </a:extLst>
          </p:cNvPr>
          <p:cNvSpPr txBox="1">
            <a:spLocks/>
          </p:cNvSpPr>
          <p:nvPr/>
        </p:nvSpPr>
        <p:spPr>
          <a:xfrm>
            <a:off x="158750" y="1188432"/>
            <a:ext cx="7647267"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従量課金で利用する場合、以下の手順で設定を行います。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１．リソースグループの作成</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２．セキュリティグループの作成、ユーザー追加</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３．料金プランの作成</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４．</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作成者の設定</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spTree>
    <p:extLst>
      <p:ext uri="{BB962C8B-B14F-4D97-AF65-F5344CB8AC3E}">
        <p14:creationId xmlns:p14="http://schemas.microsoft.com/office/powerpoint/2010/main" val="466338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FD6D1-A2EA-91D8-FA88-E26CB84C399E}"/>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B75F96B2-5C76-F6D0-58C2-767F79EF8EA7}"/>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リソースグルプの作成</a:t>
            </a:r>
          </a:p>
        </p:txBody>
      </p:sp>
      <p:sp>
        <p:nvSpPr>
          <p:cNvPr id="4" name="タイトル 1">
            <a:extLst>
              <a:ext uri="{FF2B5EF4-FFF2-40B4-BE49-F238E27FC236}">
                <a16:creationId xmlns:a16="http://schemas.microsoft.com/office/drawing/2014/main" id="{3093213F-5AE7-A5AD-D345-EA6E15B9A9C5}"/>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の従量課金プランを利用する際、</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Azure</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のリソースグループを指定する必要があります。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他の</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Azure</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リソースと分離して料金を把握することするため、専用のリソースグループを作成することが推奨されています。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Azure Portal </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https://portal.azure.com</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6" name="図 5"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6D36B0F1-93B4-EF76-9458-271CB2189895}"/>
              </a:ext>
            </a:extLst>
          </p:cNvPr>
          <p:cNvPicPr>
            <a:picLocks noChangeAspect="1"/>
          </p:cNvPicPr>
          <p:nvPr/>
        </p:nvPicPr>
        <p:blipFill>
          <a:blip r:embed="rId4"/>
          <a:stretch>
            <a:fillRect/>
          </a:stretch>
        </p:blipFill>
        <p:spPr>
          <a:xfrm>
            <a:off x="6302404" y="944393"/>
            <a:ext cx="4629796" cy="1714740"/>
          </a:xfrm>
          <a:prstGeom prst="rect">
            <a:avLst/>
          </a:prstGeom>
        </p:spPr>
      </p:pic>
      <p:pic>
        <p:nvPicPr>
          <p:cNvPr id="8" name="図 7"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1A94D534-3850-3E07-A2B7-FBCD538A4130}"/>
              </a:ext>
            </a:extLst>
          </p:cNvPr>
          <p:cNvPicPr>
            <a:picLocks noChangeAspect="1"/>
          </p:cNvPicPr>
          <p:nvPr/>
        </p:nvPicPr>
        <p:blipFill>
          <a:blip r:embed="rId5"/>
          <a:stretch>
            <a:fillRect/>
          </a:stretch>
        </p:blipFill>
        <p:spPr>
          <a:xfrm>
            <a:off x="6302404" y="2659133"/>
            <a:ext cx="4091559" cy="2991268"/>
          </a:xfrm>
          <a:prstGeom prst="rect">
            <a:avLst/>
          </a:prstGeom>
        </p:spPr>
      </p:pic>
    </p:spTree>
    <p:extLst>
      <p:ext uri="{BB962C8B-B14F-4D97-AF65-F5344CB8AC3E}">
        <p14:creationId xmlns:p14="http://schemas.microsoft.com/office/powerpoint/2010/main" val="158730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93F02-723E-D9F4-677F-A304ED8688B1}"/>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D4C3EA6B-BEF2-48CA-5245-479DB79ED2B1}"/>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セキュリティグループの作成</a:t>
            </a:r>
          </a:p>
        </p:txBody>
      </p:sp>
      <p:sp>
        <p:nvSpPr>
          <p:cNvPr id="4" name="タイトル 1">
            <a:extLst>
              <a:ext uri="{FF2B5EF4-FFF2-40B4-BE49-F238E27FC236}">
                <a16:creationId xmlns:a16="http://schemas.microsoft.com/office/drawing/2014/main" id="{77761A72-B20E-F5A6-B50F-D222FF0676F7}"/>
              </a:ext>
            </a:extLst>
          </p:cNvPr>
          <p:cNvSpPr txBox="1">
            <a:spLocks/>
          </p:cNvSpPr>
          <p:nvPr/>
        </p:nvSpPr>
        <p:spPr>
          <a:xfrm>
            <a:off x="158750" y="1188432"/>
            <a:ext cx="9465473"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の開発者に対する権限を付与するため、</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管理センターからセキュリティグループを作成します。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https://admin.microsoft.com/</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5" name="図 4"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8CDC3CC5-9FD9-387B-8F16-F9A4AEE01396}"/>
              </a:ext>
            </a:extLst>
          </p:cNvPr>
          <p:cNvPicPr>
            <a:picLocks noChangeAspect="1"/>
          </p:cNvPicPr>
          <p:nvPr/>
        </p:nvPicPr>
        <p:blipFill>
          <a:blip r:embed="rId4"/>
          <a:srcRect r="53972" b="6854"/>
          <a:stretch>
            <a:fillRect/>
          </a:stretch>
        </p:blipFill>
        <p:spPr>
          <a:xfrm>
            <a:off x="636213" y="2674046"/>
            <a:ext cx="3323046" cy="3782691"/>
          </a:xfrm>
          <a:prstGeom prst="rect">
            <a:avLst/>
          </a:prstGeom>
        </p:spPr>
      </p:pic>
      <p:pic>
        <p:nvPicPr>
          <p:cNvPr id="10" name="図 9" descr="グラフィカル ユーザー インターフェイス, テキスト&#10;&#10;AI 生成コンテンツは誤りを含む可能性があります。">
            <a:extLst>
              <a:ext uri="{FF2B5EF4-FFF2-40B4-BE49-F238E27FC236}">
                <a16:creationId xmlns:a16="http://schemas.microsoft.com/office/drawing/2014/main" id="{D519EE6B-010C-7B3C-099F-D7FFC4014EA4}"/>
              </a:ext>
            </a:extLst>
          </p:cNvPr>
          <p:cNvPicPr>
            <a:picLocks noChangeAspect="1"/>
          </p:cNvPicPr>
          <p:nvPr/>
        </p:nvPicPr>
        <p:blipFill>
          <a:blip r:embed="rId5"/>
          <a:srcRect l="28575" t="17953" r="38179" b="4932"/>
          <a:stretch>
            <a:fillRect/>
          </a:stretch>
        </p:blipFill>
        <p:spPr>
          <a:xfrm>
            <a:off x="4890583" y="1890445"/>
            <a:ext cx="3040014" cy="3966410"/>
          </a:xfrm>
          <a:prstGeom prst="rect">
            <a:avLst/>
          </a:prstGeom>
        </p:spPr>
      </p:pic>
      <p:pic>
        <p:nvPicPr>
          <p:cNvPr id="12" name="図 11" descr="テキスト&#10;&#10;AI 生成コンテンツは誤りを含む可能性があります。">
            <a:extLst>
              <a:ext uri="{FF2B5EF4-FFF2-40B4-BE49-F238E27FC236}">
                <a16:creationId xmlns:a16="http://schemas.microsoft.com/office/drawing/2014/main" id="{26D74207-101C-7E96-0CCA-CE28B155FE8D}"/>
              </a:ext>
            </a:extLst>
          </p:cNvPr>
          <p:cNvPicPr>
            <a:picLocks noChangeAspect="1"/>
          </p:cNvPicPr>
          <p:nvPr/>
        </p:nvPicPr>
        <p:blipFill>
          <a:blip r:embed="rId6"/>
          <a:srcRect l="28566" t="17862" r="41649" b="5024"/>
          <a:stretch>
            <a:fillRect/>
          </a:stretch>
        </p:blipFill>
        <p:spPr>
          <a:xfrm>
            <a:off x="6215167" y="2309602"/>
            <a:ext cx="2723541" cy="3966359"/>
          </a:xfrm>
          <a:prstGeom prst="rect">
            <a:avLst/>
          </a:prstGeom>
        </p:spPr>
      </p:pic>
      <p:pic>
        <p:nvPicPr>
          <p:cNvPr id="14" name="図 13" descr="グラフィカル ユーザー インターフェイス, テキスト&#10;&#10;AI 生成コンテンツは誤りを含む可能性があります。">
            <a:extLst>
              <a:ext uri="{FF2B5EF4-FFF2-40B4-BE49-F238E27FC236}">
                <a16:creationId xmlns:a16="http://schemas.microsoft.com/office/drawing/2014/main" id="{DC32DC8A-B8D4-73E0-0C9B-13190C87EBF7}"/>
              </a:ext>
            </a:extLst>
          </p:cNvPr>
          <p:cNvPicPr>
            <a:picLocks noChangeAspect="1"/>
          </p:cNvPicPr>
          <p:nvPr/>
        </p:nvPicPr>
        <p:blipFill>
          <a:blip r:embed="rId7"/>
          <a:srcRect l="29781" t="20632" r="40434" b="4577"/>
          <a:stretch>
            <a:fillRect/>
          </a:stretch>
        </p:blipFill>
        <p:spPr>
          <a:xfrm>
            <a:off x="7761888" y="2790638"/>
            <a:ext cx="2723541" cy="3846875"/>
          </a:xfrm>
          <a:prstGeom prst="rect">
            <a:avLst/>
          </a:prstGeom>
        </p:spPr>
      </p:pic>
      <p:cxnSp>
        <p:nvCxnSpPr>
          <p:cNvPr id="2" name="直線矢印コネクタ 1">
            <a:extLst>
              <a:ext uri="{FF2B5EF4-FFF2-40B4-BE49-F238E27FC236}">
                <a16:creationId xmlns:a16="http://schemas.microsoft.com/office/drawing/2014/main" id="{DA6D7C0F-00F3-9606-4BA0-FDB8C434AD5B}"/>
              </a:ext>
            </a:extLst>
          </p:cNvPr>
          <p:cNvCxnSpPr>
            <a:cxnSpLocks/>
          </p:cNvCxnSpPr>
          <p:nvPr/>
        </p:nvCxnSpPr>
        <p:spPr>
          <a:xfrm>
            <a:off x="5611007" y="5751199"/>
            <a:ext cx="1072665" cy="303322"/>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D3718C3E-AFBD-55FE-4CC4-637C83FA50E8}"/>
              </a:ext>
            </a:extLst>
          </p:cNvPr>
          <p:cNvCxnSpPr>
            <a:cxnSpLocks/>
          </p:cNvCxnSpPr>
          <p:nvPr/>
        </p:nvCxnSpPr>
        <p:spPr>
          <a:xfrm>
            <a:off x="7308238" y="6153415"/>
            <a:ext cx="881891" cy="303322"/>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矢印コネクタ 7">
            <a:extLst>
              <a:ext uri="{FF2B5EF4-FFF2-40B4-BE49-F238E27FC236}">
                <a16:creationId xmlns:a16="http://schemas.microsoft.com/office/drawing/2014/main" id="{A6E9D30C-BCC2-1FCA-4C76-5299FFCE423E}"/>
              </a:ext>
            </a:extLst>
          </p:cNvPr>
          <p:cNvCxnSpPr>
            <a:cxnSpLocks/>
          </p:cNvCxnSpPr>
          <p:nvPr/>
        </p:nvCxnSpPr>
        <p:spPr>
          <a:xfrm>
            <a:off x="5283842" y="3373219"/>
            <a:ext cx="0" cy="2156540"/>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811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9BD06-7ED1-CCB9-E3E8-F464A7B9AA24}"/>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E190B928-ED87-4C1A-FD2B-ECCAB52985F0}"/>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セキュリティグループへのユーザー追加</a:t>
            </a:r>
          </a:p>
        </p:txBody>
      </p:sp>
      <p:sp>
        <p:nvSpPr>
          <p:cNvPr id="4" name="タイトル 1">
            <a:extLst>
              <a:ext uri="{FF2B5EF4-FFF2-40B4-BE49-F238E27FC236}">
                <a16:creationId xmlns:a16="http://schemas.microsoft.com/office/drawing/2014/main" id="{1B114F10-9916-9F7B-6268-C730E278A173}"/>
              </a:ext>
            </a:extLst>
          </p:cNvPr>
          <p:cNvSpPr txBox="1">
            <a:spLocks/>
          </p:cNvSpPr>
          <p:nvPr/>
        </p:nvSpPr>
        <p:spPr>
          <a:xfrm>
            <a:off x="158750" y="1188432"/>
            <a:ext cx="8773709"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セキュリティグループに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の利用させるユーザーを追加します。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3" name="図 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3403F767-04D5-9475-5EC8-64DA8A3768E5}"/>
              </a:ext>
            </a:extLst>
          </p:cNvPr>
          <p:cNvPicPr>
            <a:picLocks noChangeAspect="1"/>
          </p:cNvPicPr>
          <p:nvPr/>
        </p:nvPicPr>
        <p:blipFill>
          <a:blip r:embed="rId3"/>
          <a:stretch>
            <a:fillRect/>
          </a:stretch>
        </p:blipFill>
        <p:spPr>
          <a:xfrm>
            <a:off x="471739" y="2016245"/>
            <a:ext cx="6058746" cy="3043663"/>
          </a:xfrm>
          <a:prstGeom prst="rect">
            <a:avLst/>
          </a:prstGeom>
        </p:spPr>
      </p:pic>
      <p:pic>
        <p:nvPicPr>
          <p:cNvPr id="23" name="図 2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91BEFB9A-860D-19C9-FDD8-560CF37E840C}"/>
              </a:ext>
            </a:extLst>
          </p:cNvPr>
          <p:cNvPicPr>
            <a:picLocks noChangeAspect="1"/>
          </p:cNvPicPr>
          <p:nvPr/>
        </p:nvPicPr>
        <p:blipFill>
          <a:blip r:embed="rId4"/>
          <a:srcRect l="51302" t="7662" r="14643" b="5439"/>
          <a:stretch>
            <a:fillRect/>
          </a:stretch>
        </p:blipFill>
        <p:spPr>
          <a:xfrm>
            <a:off x="5818557" y="1746913"/>
            <a:ext cx="3113903" cy="4469642"/>
          </a:xfrm>
          <a:prstGeom prst="rect">
            <a:avLst/>
          </a:prstGeom>
        </p:spPr>
      </p:pic>
      <p:pic>
        <p:nvPicPr>
          <p:cNvPr id="7" name="図 6"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FC7F75C9-2D52-2C78-822E-A3A379A917EE}"/>
              </a:ext>
            </a:extLst>
          </p:cNvPr>
          <p:cNvPicPr>
            <a:picLocks noChangeAspect="1"/>
          </p:cNvPicPr>
          <p:nvPr/>
        </p:nvPicPr>
        <p:blipFill>
          <a:blip r:embed="rId5"/>
          <a:srcRect l="69067" t="13134" r="8992" b="4478"/>
          <a:stretch>
            <a:fillRect/>
          </a:stretch>
        </p:blipFill>
        <p:spPr>
          <a:xfrm>
            <a:off x="9270514" y="1746913"/>
            <a:ext cx="2197356" cy="4641203"/>
          </a:xfrm>
          <a:prstGeom prst="rect">
            <a:avLst/>
          </a:prstGeom>
        </p:spPr>
      </p:pic>
      <p:cxnSp>
        <p:nvCxnSpPr>
          <p:cNvPr id="8" name="直線矢印コネクタ 7">
            <a:extLst>
              <a:ext uri="{FF2B5EF4-FFF2-40B4-BE49-F238E27FC236}">
                <a16:creationId xmlns:a16="http://schemas.microsoft.com/office/drawing/2014/main" id="{9886E22F-8F30-A11E-0D80-CB33238FDCED}"/>
              </a:ext>
            </a:extLst>
          </p:cNvPr>
          <p:cNvCxnSpPr>
            <a:cxnSpLocks/>
          </p:cNvCxnSpPr>
          <p:nvPr/>
        </p:nvCxnSpPr>
        <p:spPr>
          <a:xfrm>
            <a:off x="9565019" y="3177376"/>
            <a:ext cx="0" cy="2743200"/>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7838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50F87-23E6-9AF2-478E-7ECED4CAC08F}"/>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483AF28E-768E-9192-4E5F-7DAF3F6ED562}"/>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請求プランの作成</a:t>
            </a:r>
          </a:p>
        </p:txBody>
      </p:sp>
      <p:sp>
        <p:nvSpPr>
          <p:cNvPr id="4" name="タイトル 1">
            <a:extLst>
              <a:ext uri="{FF2B5EF4-FFF2-40B4-BE49-F238E27FC236}">
                <a16:creationId xmlns:a16="http://schemas.microsoft.com/office/drawing/2014/main" id="{FD12A709-BF15-0F37-B0D0-CEDF62A61B89}"/>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従量課金プランを利用する場合は、</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Azure</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のサブスクリプションに紐づけて利用します。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設定は、</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Power Platform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管理センターから行います。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Power </a:t>
            </a:r>
            <a:r>
              <a:rPr lang="en-US" altLang="ja-JP" sz="1800" dirty="0" err="1">
                <a:latin typeface="ＭＳ ゴシック" panose="020B0609070205080204" pitchFamily="49" charset="-128"/>
                <a:ea typeface="ＭＳ ゴシック" panose="020B0609070205080204" pitchFamily="49" charset="-128"/>
                <a:cs typeface="ＭＳ Ｐゴシック" panose="020B0600070205080204" pitchFamily="50" charset="-128"/>
              </a:rPr>
              <a:t>Platfrom</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https://admin.powerplatform.microsoft.com/</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13" name="図 1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61DA86B4-959F-DAB9-EE59-4F068B3D4526}"/>
              </a:ext>
            </a:extLst>
          </p:cNvPr>
          <p:cNvPicPr>
            <a:picLocks noChangeAspect="1"/>
          </p:cNvPicPr>
          <p:nvPr/>
        </p:nvPicPr>
        <p:blipFill>
          <a:blip r:embed="rId4"/>
          <a:srcRect r="51487"/>
          <a:stretch>
            <a:fillRect/>
          </a:stretch>
        </p:blipFill>
        <p:spPr>
          <a:xfrm>
            <a:off x="6866229" y="857250"/>
            <a:ext cx="4436024" cy="5143500"/>
          </a:xfrm>
          <a:prstGeom prst="rect">
            <a:avLst/>
          </a:prstGeom>
        </p:spPr>
      </p:pic>
      <p:pic>
        <p:nvPicPr>
          <p:cNvPr id="15" name="図 14"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0EFE7F24-B2BC-413A-41DD-D2B305360323}"/>
              </a:ext>
            </a:extLst>
          </p:cNvPr>
          <p:cNvPicPr>
            <a:picLocks noChangeAspect="1"/>
          </p:cNvPicPr>
          <p:nvPr/>
        </p:nvPicPr>
        <p:blipFill>
          <a:blip r:embed="rId5"/>
          <a:srcRect l="81471"/>
          <a:stretch>
            <a:fillRect/>
          </a:stretch>
        </p:blipFill>
        <p:spPr>
          <a:xfrm>
            <a:off x="10280276" y="857250"/>
            <a:ext cx="1694329" cy="5143500"/>
          </a:xfrm>
          <a:prstGeom prst="rect">
            <a:avLst/>
          </a:prstGeom>
        </p:spPr>
      </p:pic>
    </p:spTree>
    <p:extLst>
      <p:ext uri="{BB962C8B-B14F-4D97-AF65-F5344CB8AC3E}">
        <p14:creationId xmlns:p14="http://schemas.microsoft.com/office/powerpoint/2010/main" val="856683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B3B68-4A5E-D8FC-40E6-C40714403842}"/>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B5795877-BEDE-3DD8-DE89-75814DBD466E}"/>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請求プランの作成</a:t>
            </a:r>
          </a:p>
        </p:txBody>
      </p:sp>
      <p:sp>
        <p:nvSpPr>
          <p:cNvPr id="4" name="タイトル 1">
            <a:extLst>
              <a:ext uri="{FF2B5EF4-FFF2-40B4-BE49-F238E27FC236}">
                <a16:creationId xmlns:a16="http://schemas.microsoft.com/office/drawing/2014/main" id="{48F21CA2-C79A-78EF-3123-48E2FBB58C7C}"/>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請求プランに名前を付けて、サブスクリプションとリソースグループを選択します。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err="1">
                <a:latin typeface="ＭＳ ゴシック" panose="020B0609070205080204" pitchFamily="49" charset="-128"/>
                <a:ea typeface="ＭＳ ゴシック" panose="020B0609070205080204" pitchFamily="49" charset="-128"/>
                <a:cs typeface="ＭＳ Ｐゴシック" panose="020B0600070205080204" pitchFamily="50" charset="-128"/>
              </a:rPr>
              <a:t>PowerPlatform</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製品には </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を選択します。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同時に、</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Windows 365 Agents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が選択されます。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17" name="図 16"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612FF715-6435-7C68-AC30-257CF1C90DB0}"/>
              </a:ext>
            </a:extLst>
          </p:cNvPr>
          <p:cNvPicPr>
            <a:picLocks noChangeAspect="1"/>
          </p:cNvPicPr>
          <p:nvPr/>
        </p:nvPicPr>
        <p:blipFill>
          <a:blip r:embed="rId3"/>
          <a:srcRect l="64975"/>
          <a:stretch>
            <a:fillRect/>
          </a:stretch>
        </p:blipFill>
        <p:spPr>
          <a:xfrm>
            <a:off x="6138586" y="808690"/>
            <a:ext cx="3202643" cy="5143500"/>
          </a:xfrm>
          <a:prstGeom prst="rect">
            <a:avLst/>
          </a:prstGeom>
        </p:spPr>
      </p:pic>
      <p:pic>
        <p:nvPicPr>
          <p:cNvPr id="3" name="図 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A9DD77C0-0EEF-1937-13FE-D365650DF5EA}"/>
              </a:ext>
            </a:extLst>
          </p:cNvPr>
          <p:cNvPicPr>
            <a:picLocks noChangeAspect="1"/>
          </p:cNvPicPr>
          <p:nvPr/>
        </p:nvPicPr>
        <p:blipFill>
          <a:blip r:embed="rId4"/>
          <a:srcRect l="22445" r="52133"/>
          <a:stretch>
            <a:fillRect/>
          </a:stretch>
        </p:blipFill>
        <p:spPr>
          <a:xfrm>
            <a:off x="9677405" y="1242688"/>
            <a:ext cx="2324588" cy="5143500"/>
          </a:xfrm>
          <a:prstGeom prst="rect">
            <a:avLst/>
          </a:prstGeom>
        </p:spPr>
      </p:pic>
      <p:cxnSp>
        <p:nvCxnSpPr>
          <p:cNvPr id="8" name="直線矢印コネクタ 7">
            <a:extLst>
              <a:ext uri="{FF2B5EF4-FFF2-40B4-BE49-F238E27FC236}">
                <a16:creationId xmlns:a16="http://schemas.microsoft.com/office/drawing/2014/main" id="{476A73DF-E8E1-FC79-252B-B24533FF526D}"/>
              </a:ext>
            </a:extLst>
          </p:cNvPr>
          <p:cNvCxnSpPr>
            <a:cxnSpLocks/>
          </p:cNvCxnSpPr>
          <p:nvPr/>
        </p:nvCxnSpPr>
        <p:spPr>
          <a:xfrm>
            <a:off x="6992475" y="5573485"/>
            <a:ext cx="2635623" cy="356668"/>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6661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7181-9441-21DE-4E50-D5DCE6D8DFF5}"/>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DC5DA84E-9D5A-3760-E217-06AA36FEA1FF}"/>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Copilot Studio </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作成者 の設定</a:t>
            </a:r>
          </a:p>
        </p:txBody>
      </p:sp>
      <p:sp>
        <p:nvSpPr>
          <p:cNvPr id="4" name="タイトル 1">
            <a:extLst>
              <a:ext uri="{FF2B5EF4-FFF2-40B4-BE49-F238E27FC236}">
                <a16:creationId xmlns:a16="http://schemas.microsoft.com/office/drawing/2014/main" id="{AC8FC39E-D735-3E15-8859-529F3083CE8C}"/>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Power Platform</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管理センターから、「テナント設定」の「</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作成者」にセキュリティグループを設定します。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b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b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反映には時間がかかります。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br>
              <a:rPr lang="en-US" altLang="ja-JP" sz="1800">
                <a:latin typeface="ＭＳ ゴシック" panose="020B0609070205080204" pitchFamily="49" charset="-128"/>
                <a:ea typeface="ＭＳ ゴシック" panose="020B0609070205080204" pitchFamily="49" charset="-128"/>
                <a:cs typeface="ＭＳ Ｐゴシック" panose="020B0600070205080204" pitchFamily="50" charset="-128"/>
              </a:rPr>
            </a:br>
            <a:r>
              <a:rPr lang="en-US" altLang="ja-JP" sz="1800">
                <a:latin typeface="ＭＳ ゴシック" panose="020B0609070205080204" pitchFamily="49" charset="-128"/>
                <a:ea typeface="ＭＳ ゴシック" panose="020B0609070205080204" pitchFamily="49" charset="-128"/>
                <a:cs typeface="ＭＳ Ｐゴシック" panose="020B0600070205080204" pitchFamily="50" charset="-128"/>
              </a:rPr>
              <a:t>※30</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分程度</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p>
        </p:txBody>
      </p:sp>
      <p:pic>
        <p:nvPicPr>
          <p:cNvPr id="5" name="図 4" descr="コンピューターのスクリーンショット&#10;&#10;AI 生成コンテンツは誤りを含む可能性があります。">
            <a:extLst>
              <a:ext uri="{FF2B5EF4-FFF2-40B4-BE49-F238E27FC236}">
                <a16:creationId xmlns:a16="http://schemas.microsoft.com/office/drawing/2014/main" id="{124F02F3-27C1-ADBE-95D3-6C4F5E0A6748}"/>
              </a:ext>
            </a:extLst>
          </p:cNvPr>
          <p:cNvPicPr>
            <a:picLocks noChangeAspect="1"/>
          </p:cNvPicPr>
          <p:nvPr/>
        </p:nvPicPr>
        <p:blipFill>
          <a:blip r:embed="rId3"/>
          <a:srcRect r="53088" b="23563"/>
          <a:stretch>
            <a:fillRect/>
          </a:stretch>
        </p:blipFill>
        <p:spPr>
          <a:xfrm>
            <a:off x="3771159" y="1975878"/>
            <a:ext cx="4289612" cy="3931541"/>
          </a:xfrm>
          <a:prstGeom prst="rect">
            <a:avLst/>
          </a:prstGeom>
        </p:spPr>
      </p:pic>
      <p:pic>
        <p:nvPicPr>
          <p:cNvPr id="3" name="図 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DB447ADC-C94D-FA0E-3C3B-3BD31AECFC6C}"/>
              </a:ext>
            </a:extLst>
          </p:cNvPr>
          <p:cNvPicPr>
            <a:picLocks noChangeAspect="1"/>
          </p:cNvPicPr>
          <p:nvPr/>
        </p:nvPicPr>
        <p:blipFill>
          <a:blip r:embed="rId4"/>
          <a:srcRect l="81745" t="9537" b="4364"/>
          <a:stretch>
            <a:fillRect/>
          </a:stretch>
        </p:blipFill>
        <p:spPr>
          <a:xfrm>
            <a:off x="9025589" y="1313421"/>
            <a:ext cx="1973525" cy="5235781"/>
          </a:xfrm>
          <a:prstGeom prst="rect">
            <a:avLst/>
          </a:prstGeom>
        </p:spPr>
      </p:pic>
    </p:spTree>
    <p:extLst>
      <p:ext uri="{BB962C8B-B14F-4D97-AF65-F5344CB8AC3E}">
        <p14:creationId xmlns:p14="http://schemas.microsoft.com/office/powerpoint/2010/main" val="2455779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EBAE1F-6273-E136-3410-646E66838996}"/>
              </a:ext>
            </a:extLst>
          </p:cNvPr>
          <p:cNvSpPr>
            <a:spLocks noGrp="1"/>
          </p:cNvSpPr>
          <p:nvPr>
            <p:ph type="title"/>
          </p:nvPr>
        </p:nvSpPr>
        <p:spPr/>
        <p:txBody>
          <a:bodyPr/>
          <a:lstStyle/>
          <a:p>
            <a:r>
              <a:rPr kumimoji="1" lang="en-US" altLang="ja-JP" dirty="0"/>
              <a:t>(</a:t>
            </a:r>
            <a:r>
              <a:rPr kumimoji="1" lang="ja-JP" altLang="en-US" dirty="0"/>
              <a:t>参考</a:t>
            </a:r>
            <a:r>
              <a:rPr kumimoji="1" lang="en-US" altLang="ja-JP" dirty="0"/>
              <a:t>)Copilot Studio </a:t>
            </a:r>
            <a:r>
              <a:rPr kumimoji="1" lang="ja-JP" altLang="en-US" dirty="0"/>
              <a:t>作成者 について</a:t>
            </a:r>
          </a:p>
        </p:txBody>
      </p:sp>
      <p:graphicFrame>
        <p:nvGraphicFramePr>
          <p:cNvPr id="3" name="表 2">
            <a:extLst>
              <a:ext uri="{FF2B5EF4-FFF2-40B4-BE49-F238E27FC236}">
                <a16:creationId xmlns:a16="http://schemas.microsoft.com/office/drawing/2014/main" id="{08434D3D-B137-5D03-1798-ABBDB7DDB39A}"/>
              </a:ext>
            </a:extLst>
          </p:cNvPr>
          <p:cNvGraphicFramePr>
            <a:graphicFrameLocks noGrp="1"/>
          </p:cNvGraphicFramePr>
          <p:nvPr>
            <p:extLst>
              <p:ext uri="{D42A27DB-BD31-4B8C-83A1-F6EECF244321}">
                <p14:modId xmlns:p14="http://schemas.microsoft.com/office/powerpoint/2010/main" val="2721971667"/>
              </p:ext>
            </p:extLst>
          </p:nvPr>
        </p:nvGraphicFramePr>
        <p:xfrm>
          <a:off x="431314" y="786901"/>
          <a:ext cx="9519506" cy="4820920"/>
        </p:xfrm>
        <a:graphic>
          <a:graphicData uri="http://schemas.openxmlformats.org/drawingml/2006/table">
            <a:tbl>
              <a:tblPr firstRow="1" bandRow="1">
                <a:tableStyleId>{5C22544A-7EE6-4342-B048-85BDC9FD1C3A}</a:tableStyleId>
              </a:tblPr>
              <a:tblGrid>
                <a:gridCol w="2399290">
                  <a:extLst>
                    <a:ext uri="{9D8B030D-6E8A-4147-A177-3AD203B41FA5}">
                      <a16:colId xmlns:a16="http://schemas.microsoft.com/office/drawing/2014/main" val="2224056329"/>
                    </a:ext>
                  </a:extLst>
                </a:gridCol>
                <a:gridCol w="3336008">
                  <a:extLst>
                    <a:ext uri="{9D8B030D-6E8A-4147-A177-3AD203B41FA5}">
                      <a16:colId xmlns:a16="http://schemas.microsoft.com/office/drawing/2014/main" val="3180526136"/>
                    </a:ext>
                  </a:extLst>
                </a:gridCol>
                <a:gridCol w="2338653">
                  <a:extLst>
                    <a:ext uri="{9D8B030D-6E8A-4147-A177-3AD203B41FA5}">
                      <a16:colId xmlns:a16="http://schemas.microsoft.com/office/drawing/2014/main" val="3443338085"/>
                    </a:ext>
                  </a:extLst>
                </a:gridCol>
                <a:gridCol w="1445555">
                  <a:extLst>
                    <a:ext uri="{9D8B030D-6E8A-4147-A177-3AD203B41FA5}">
                      <a16:colId xmlns:a16="http://schemas.microsoft.com/office/drawing/2014/main" val="2097267942"/>
                    </a:ext>
                  </a:extLst>
                </a:gridCol>
              </a:tblGrid>
              <a:tr h="370840">
                <a:tc>
                  <a:txBody>
                    <a:bodyPr/>
                    <a:lstStyle/>
                    <a:p>
                      <a:r>
                        <a:rPr kumimoji="1" lang="ja-JP" altLang="en-US" dirty="0"/>
                        <a:t>ライセンス</a:t>
                      </a:r>
                    </a:p>
                  </a:txBody>
                  <a:tcPr/>
                </a:tc>
                <a:tc>
                  <a:txBody>
                    <a:bodyPr/>
                    <a:lstStyle/>
                    <a:p>
                      <a:r>
                        <a:rPr kumimoji="1" lang="en-US" altLang="ja-JP" dirty="0"/>
                        <a:t>Copilot Studio </a:t>
                      </a:r>
                      <a:r>
                        <a:rPr kumimoji="1" lang="ja-JP" altLang="en-US" dirty="0"/>
                        <a:t>作成者 </a:t>
                      </a:r>
                    </a:p>
                  </a:txBody>
                  <a:tcPr/>
                </a:tc>
                <a:tc>
                  <a:txBody>
                    <a:bodyPr/>
                    <a:lstStyle/>
                    <a:p>
                      <a:r>
                        <a:rPr kumimoji="1" lang="ja-JP" altLang="en-US" dirty="0"/>
                        <a:t>利用可否</a:t>
                      </a:r>
                    </a:p>
                  </a:txBody>
                  <a:tcPr/>
                </a:tc>
                <a:tc>
                  <a:txBody>
                    <a:bodyPr/>
                    <a:lstStyle/>
                    <a:p>
                      <a:r>
                        <a:rPr kumimoji="1" lang="ja-JP" altLang="en-US" dirty="0"/>
                        <a:t>備考</a:t>
                      </a:r>
                    </a:p>
                  </a:txBody>
                  <a:tcPr/>
                </a:tc>
                <a:extLst>
                  <a:ext uri="{0D108BD9-81ED-4DB2-BD59-A6C34878D82A}">
                    <a16:rowId xmlns:a16="http://schemas.microsoft.com/office/drawing/2014/main" val="512143788"/>
                  </a:ext>
                </a:extLst>
              </a:tr>
              <a:tr h="370840">
                <a:tc rowSpan="3">
                  <a:txBody>
                    <a:bodyPr/>
                    <a:lstStyle/>
                    <a:p>
                      <a:r>
                        <a:rPr kumimoji="1" lang="ja-JP" altLang="en-US" dirty="0"/>
                        <a:t>メッセージパックユーザー</a:t>
                      </a:r>
                    </a:p>
                  </a:txBody>
                  <a:tcPr/>
                </a:tc>
                <a:tc>
                  <a:txBody>
                    <a:bodyPr/>
                    <a:lstStyle/>
                    <a:p>
                      <a:r>
                        <a:rPr kumimoji="1" lang="ja-JP" altLang="en-US" dirty="0"/>
                        <a:t>設定なし</a:t>
                      </a:r>
                    </a:p>
                  </a:txBody>
                  <a:tcPr/>
                </a:tc>
                <a:tc>
                  <a:txBody>
                    <a:bodyPr/>
                    <a:lstStyle/>
                    <a:p>
                      <a:r>
                        <a:rPr kumimoji="1" lang="ja-JP" altLang="en-US" dirty="0"/>
                        <a:t>利用可</a:t>
                      </a:r>
                    </a:p>
                  </a:txBody>
                  <a:tcPr/>
                </a:tc>
                <a:tc>
                  <a:txBody>
                    <a:bodyPr/>
                    <a:lstStyle/>
                    <a:p>
                      <a:endParaRPr kumimoji="1" lang="ja-JP" altLang="en-US" dirty="0"/>
                    </a:p>
                  </a:txBody>
                  <a:tcPr/>
                </a:tc>
                <a:extLst>
                  <a:ext uri="{0D108BD9-81ED-4DB2-BD59-A6C34878D82A}">
                    <a16:rowId xmlns:a16="http://schemas.microsoft.com/office/drawing/2014/main" val="2307790963"/>
                  </a:ext>
                </a:extLst>
              </a:tr>
              <a:tr h="370840">
                <a:tc vMerge="1">
                  <a:txBody>
                    <a:bodyPr/>
                    <a:lstStyle/>
                    <a:p>
                      <a:endParaRPr kumimoji="1" lang="ja-JP" altLang="en-US" dirty="0"/>
                    </a:p>
                  </a:txBody>
                  <a:tcPr/>
                </a:tc>
                <a:tc>
                  <a:txBody>
                    <a:bodyPr/>
                    <a:lstStyle/>
                    <a:p>
                      <a:r>
                        <a:rPr kumimoji="1" lang="ja-JP" altLang="en-US" dirty="0"/>
                        <a:t>設定済みメンバー</a:t>
                      </a:r>
                    </a:p>
                  </a:txBody>
                  <a:tcPr/>
                </a:tc>
                <a:tc>
                  <a:txBody>
                    <a:bodyPr/>
                    <a:lstStyle/>
                    <a:p>
                      <a:r>
                        <a:rPr kumimoji="1" lang="ja-JP" altLang="en-US" dirty="0"/>
                        <a:t>利用可</a:t>
                      </a:r>
                    </a:p>
                  </a:txBody>
                  <a:tcPr/>
                </a:tc>
                <a:tc>
                  <a:txBody>
                    <a:bodyPr/>
                    <a:lstStyle/>
                    <a:p>
                      <a:endParaRPr kumimoji="1" lang="ja-JP" altLang="en-US" dirty="0"/>
                    </a:p>
                  </a:txBody>
                  <a:tcPr/>
                </a:tc>
                <a:extLst>
                  <a:ext uri="{0D108BD9-81ED-4DB2-BD59-A6C34878D82A}">
                    <a16:rowId xmlns:a16="http://schemas.microsoft.com/office/drawing/2014/main" val="3707228990"/>
                  </a:ext>
                </a:extLst>
              </a:tr>
              <a:tr h="370840">
                <a:tc vMerge="1">
                  <a:txBody>
                    <a:bodyPr/>
                    <a:lstStyle/>
                    <a:p>
                      <a:endParaRPr kumimoji="1" lang="ja-JP" altLang="en-US" dirty="0"/>
                    </a:p>
                  </a:txBody>
                  <a:tcPr/>
                </a:tc>
                <a:tc>
                  <a:txBody>
                    <a:bodyPr/>
                    <a:lstStyle/>
                    <a:p>
                      <a:r>
                        <a:rPr kumimoji="1" lang="ja-JP" altLang="en-US" dirty="0"/>
                        <a:t>設定済みメンバー外</a:t>
                      </a:r>
                    </a:p>
                  </a:txBody>
                  <a:tcPr>
                    <a:solidFill>
                      <a:srgbClr val="FFFF00"/>
                    </a:solidFill>
                  </a:tcPr>
                </a:tc>
                <a:tc>
                  <a:txBody>
                    <a:bodyPr/>
                    <a:lstStyle/>
                    <a:p>
                      <a:r>
                        <a:rPr kumimoji="1" lang="ja-JP" altLang="en-US" dirty="0"/>
                        <a:t>利用可</a:t>
                      </a:r>
                    </a:p>
                  </a:txBody>
                  <a:tcPr>
                    <a:solidFill>
                      <a:srgbClr val="FFFF00"/>
                    </a:solidFill>
                  </a:tcPr>
                </a:tc>
                <a:tc>
                  <a:txBody>
                    <a:bodyPr/>
                    <a:lstStyle/>
                    <a:p>
                      <a:r>
                        <a:rPr kumimoji="1" lang="ja-JP" altLang="en-US" dirty="0">
                          <a:hlinkClick r:id="rId2"/>
                        </a:rPr>
                        <a:t>参考</a:t>
                      </a:r>
                      <a:endParaRPr kumimoji="1" lang="ja-JP" altLang="en-US" dirty="0"/>
                    </a:p>
                  </a:txBody>
                  <a:tcPr/>
                </a:tc>
                <a:extLst>
                  <a:ext uri="{0D108BD9-81ED-4DB2-BD59-A6C34878D82A}">
                    <a16:rowId xmlns:a16="http://schemas.microsoft.com/office/drawing/2014/main" val="1229795607"/>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Microsoft 365 Copilot</a:t>
                      </a:r>
                      <a:endParaRPr kumimoji="1" lang="ja-JP" altLang="en-US" dirty="0"/>
                    </a:p>
                  </a:txBody>
                  <a:tcPr/>
                </a:tc>
                <a:tc>
                  <a:txBody>
                    <a:bodyPr/>
                    <a:lstStyle/>
                    <a:p>
                      <a:r>
                        <a:rPr kumimoji="1" lang="ja-JP" altLang="en-US" dirty="0"/>
                        <a:t>設定なし</a:t>
                      </a:r>
                    </a:p>
                  </a:txBody>
                  <a:tcPr/>
                </a:tc>
                <a:tc>
                  <a:txBody>
                    <a:bodyPr/>
                    <a:lstStyle/>
                    <a:p>
                      <a:r>
                        <a:rPr kumimoji="1" lang="ja-JP" altLang="en-US" dirty="0"/>
                        <a:t>利用可</a:t>
                      </a:r>
                    </a:p>
                  </a:txBody>
                  <a:tcPr/>
                </a:tc>
                <a:tc>
                  <a:txBody>
                    <a:bodyPr/>
                    <a:lstStyle/>
                    <a:p>
                      <a:endParaRPr kumimoji="1" lang="ja-JP" altLang="en-US" dirty="0"/>
                    </a:p>
                  </a:txBody>
                  <a:tcPr/>
                </a:tc>
                <a:extLst>
                  <a:ext uri="{0D108BD9-81ED-4DB2-BD59-A6C34878D82A}">
                    <a16:rowId xmlns:a16="http://schemas.microsoft.com/office/drawing/2014/main" val="1188315254"/>
                  </a:ext>
                </a:extLst>
              </a:tr>
              <a:tr h="370840">
                <a:tc vMerge="1">
                  <a:txBody>
                    <a:bodyPr/>
                    <a:lstStyle/>
                    <a:p>
                      <a:endParaRPr kumimoji="1" lang="ja-JP" altLang="en-US" dirty="0"/>
                    </a:p>
                  </a:txBody>
                  <a:tcPr/>
                </a:tc>
                <a:tc>
                  <a:txBody>
                    <a:bodyPr/>
                    <a:lstStyle/>
                    <a:p>
                      <a:r>
                        <a:rPr kumimoji="1" lang="ja-JP" altLang="en-US" dirty="0"/>
                        <a:t>設定済みメンバー</a:t>
                      </a:r>
                    </a:p>
                  </a:txBody>
                  <a:tcPr/>
                </a:tc>
                <a:tc>
                  <a:txBody>
                    <a:bodyPr/>
                    <a:lstStyle/>
                    <a:p>
                      <a:r>
                        <a:rPr kumimoji="1" lang="ja-JP" altLang="en-US" dirty="0"/>
                        <a:t>利用可</a:t>
                      </a:r>
                    </a:p>
                  </a:txBody>
                  <a:tcPr/>
                </a:tc>
                <a:tc>
                  <a:txBody>
                    <a:bodyPr/>
                    <a:lstStyle/>
                    <a:p>
                      <a:endParaRPr kumimoji="1" lang="ja-JP" altLang="en-US" dirty="0"/>
                    </a:p>
                  </a:txBody>
                  <a:tcPr/>
                </a:tc>
                <a:extLst>
                  <a:ext uri="{0D108BD9-81ED-4DB2-BD59-A6C34878D82A}">
                    <a16:rowId xmlns:a16="http://schemas.microsoft.com/office/drawing/2014/main" val="1971190520"/>
                  </a:ext>
                </a:extLst>
              </a:tr>
              <a:tr h="370840">
                <a:tc vMerge="1">
                  <a:txBody>
                    <a:bodyPr/>
                    <a:lstStyle/>
                    <a:p>
                      <a:endParaRPr kumimoji="1" lang="ja-JP" altLang="en-US" dirty="0"/>
                    </a:p>
                  </a:txBody>
                  <a:tcPr/>
                </a:tc>
                <a:tc>
                  <a:txBody>
                    <a:bodyPr/>
                    <a:lstStyle/>
                    <a:p>
                      <a:r>
                        <a:rPr kumimoji="1" lang="ja-JP" altLang="en-US" dirty="0"/>
                        <a:t>設定済みメンバー外</a:t>
                      </a:r>
                    </a:p>
                  </a:txBody>
                  <a:tcPr>
                    <a:solidFill>
                      <a:srgbClr val="FFFF00"/>
                    </a:solidFill>
                  </a:tcPr>
                </a:tc>
                <a:tc>
                  <a:txBody>
                    <a:bodyPr/>
                    <a:lstStyle/>
                    <a:p>
                      <a:r>
                        <a:rPr kumimoji="1" lang="ja-JP" altLang="en-US" dirty="0"/>
                        <a:t>利用可</a:t>
                      </a:r>
                    </a:p>
                  </a:txBody>
                  <a:tcPr>
                    <a:solidFill>
                      <a:srgbClr val="FFFF00"/>
                    </a:solidFill>
                  </a:tcPr>
                </a:tc>
                <a:tc>
                  <a:txBody>
                    <a:bodyPr/>
                    <a:lstStyle/>
                    <a:p>
                      <a:r>
                        <a:rPr kumimoji="1" lang="ja-JP" altLang="en-US" dirty="0">
                          <a:hlinkClick r:id="rId2"/>
                        </a:rPr>
                        <a:t>参考</a:t>
                      </a:r>
                      <a:endParaRPr kumimoji="1" lang="ja-JP" altLang="en-US" dirty="0"/>
                    </a:p>
                  </a:txBody>
                  <a:tcPr/>
                </a:tc>
                <a:extLst>
                  <a:ext uri="{0D108BD9-81ED-4DB2-BD59-A6C34878D82A}">
                    <a16:rowId xmlns:a16="http://schemas.microsoft.com/office/drawing/2014/main" val="4121541190"/>
                  </a:ext>
                </a:extLst>
              </a:tr>
              <a:tr h="370840">
                <a:tc rowSpan="3">
                  <a:txBody>
                    <a:bodyPr/>
                    <a:lstStyle/>
                    <a:p>
                      <a:r>
                        <a:rPr kumimoji="1" lang="ja-JP" altLang="en-US" dirty="0"/>
                        <a:t>従量課金</a:t>
                      </a:r>
                    </a:p>
                  </a:txBody>
                  <a:tcPr/>
                </a:tc>
                <a:tc>
                  <a:txBody>
                    <a:bodyPr/>
                    <a:lstStyle/>
                    <a:p>
                      <a:r>
                        <a:rPr kumimoji="1" lang="ja-JP" altLang="en-US" dirty="0"/>
                        <a:t>設定なし</a:t>
                      </a:r>
                    </a:p>
                  </a:txBody>
                  <a:tcPr/>
                </a:tc>
                <a:tc>
                  <a:txBody>
                    <a:bodyPr/>
                    <a:lstStyle/>
                    <a:p>
                      <a:r>
                        <a:rPr kumimoji="1" lang="ja-JP" altLang="en-US" dirty="0"/>
                        <a:t>利用不可</a:t>
                      </a:r>
                    </a:p>
                  </a:txBody>
                  <a:tcPr/>
                </a:tc>
                <a:tc>
                  <a:txBody>
                    <a:bodyPr/>
                    <a:lstStyle/>
                    <a:p>
                      <a:endParaRPr kumimoji="1" lang="ja-JP" altLang="en-US"/>
                    </a:p>
                  </a:txBody>
                  <a:tcPr/>
                </a:tc>
                <a:extLst>
                  <a:ext uri="{0D108BD9-81ED-4DB2-BD59-A6C34878D82A}">
                    <a16:rowId xmlns:a16="http://schemas.microsoft.com/office/drawing/2014/main" val="2470830932"/>
                  </a:ext>
                </a:extLst>
              </a:tr>
              <a:tr h="370840">
                <a:tc vMerge="1">
                  <a:txBody>
                    <a:bodyPr/>
                    <a:lstStyle/>
                    <a:p>
                      <a:endParaRPr kumimoji="1" lang="ja-JP" altLang="en-US" dirty="0"/>
                    </a:p>
                  </a:txBody>
                  <a:tcPr/>
                </a:tc>
                <a:tc>
                  <a:txBody>
                    <a:bodyPr/>
                    <a:lstStyle/>
                    <a:p>
                      <a:r>
                        <a:rPr kumimoji="1" lang="ja-JP" altLang="en-US" dirty="0"/>
                        <a:t>設定済みメンバー</a:t>
                      </a:r>
                    </a:p>
                  </a:txBody>
                  <a:tcPr/>
                </a:tc>
                <a:tc>
                  <a:txBody>
                    <a:bodyPr/>
                    <a:lstStyle/>
                    <a:p>
                      <a:r>
                        <a:rPr kumimoji="1" lang="ja-JP" altLang="en-US" dirty="0"/>
                        <a:t>利用可</a:t>
                      </a:r>
                    </a:p>
                  </a:txBody>
                  <a:tcPr/>
                </a:tc>
                <a:tc>
                  <a:txBody>
                    <a:bodyPr/>
                    <a:lstStyle/>
                    <a:p>
                      <a:endParaRPr kumimoji="1" lang="ja-JP" altLang="en-US" dirty="0"/>
                    </a:p>
                  </a:txBody>
                  <a:tcPr/>
                </a:tc>
                <a:extLst>
                  <a:ext uri="{0D108BD9-81ED-4DB2-BD59-A6C34878D82A}">
                    <a16:rowId xmlns:a16="http://schemas.microsoft.com/office/drawing/2014/main" val="1900850217"/>
                  </a:ext>
                </a:extLst>
              </a:tr>
              <a:tr h="370840">
                <a:tc vMerge="1">
                  <a:txBody>
                    <a:bodyPr/>
                    <a:lstStyle/>
                    <a:p>
                      <a:endParaRPr kumimoji="1" lang="ja-JP" altLang="en-US" dirty="0"/>
                    </a:p>
                  </a:txBody>
                  <a:tcPr/>
                </a:tc>
                <a:tc>
                  <a:txBody>
                    <a:bodyPr/>
                    <a:lstStyle/>
                    <a:p>
                      <a:r>
                        <a:rPr kumimoji="1" lang="ja-JP" altLang="en-US" dirty="0"/>
                        <a:t>設定済みメンバー外</a:t>
                      </a:r>
                    </a:p>
                  </a:txBody>
                  <a:tcPr/>
                </a:tc>
                <a:tc>
                  <a:txBody>
                    <a:bodyPr/>
                    <a:lstStyle/>
                    <a:p>
                      <a:r>
                        <a:rPr kumimoji="1" lang="ja-JP" altLang="en-US" dirty="0"/>
                        <a:t>利用不可</a:t>
                      </a:r>
                    </a:p>
                  </a:txBody>
                  <a:tcPr/>
                </a:tc>
                <a:tc>
                  <a:txBody>
                    <a:bodyPr/>
                    <a:lstStyle/>
                    <a:p>
                      <a:endParaRPr kumimoji="1" lang="ja-JP" altLang="en-US" dirty="0"/>
                    </a:p>
                  </a:txBody>
                  <a:tcPr/>
                </a:tc>
                <a:extLst>
                  <a:ext uri="{0D108BD9-81ED-4DB2-BD59-A6C34878D82A}">
                    <a16:rowId xmlns:a16="http://schemas.microsoft.com/office/drawing/2014/main" val="2229617269"/>
                  </a:ext>
                </a:extLst>
              </a:tr>
              <a:tr h="370840">
                <a:tc rowSpan="3">
                  <a:txBody>
                    <a:bodyPr/>
                    <a:lstStyle/>
                    <a:p>
                      <a:r>
                        <a:rPr kumimoji="1" lang="ja-JP" altLang="en-US" dirty="0"/>
                        <a:t>なし</a:t>
                      </a:r>
                    </a:p>
                  </a:txBody>
                  <a:tcPr/>
                </a:tc>
                <a:tc>
                  <a:txBody>
                    <a:bodyPr/>
                    <a:lstStyle/>
                    <a:p>
                      <a:r>
                        <a:rPr kumimoji="1" lang="ja-JP" altLang="en-US" dirty="0"/>
                        <a:t>設定なし</a:t>
                      </a:r>
                    </a:p>
                  </a:txBody>
                  <a:tcPr/>
                </a:tc>
                <a:tc>
                  <a:txBody>
                    <a:bodyPr/>
                    <a:lstStyle/>
                    <a:p>
                      <a:r>
                        <a:rPr kumimoji="1" lang="ja-JP" altLang="en-US" dirty="0"/>
                        <a:t>利用不可</a:t>
                      </a:r>
                    </a:p>
                  </a:txBody>
                  <a:tcPr/>
                </a:tc>
                <a:tc>
                  <a:txBody>
                    <a:bodyPr/>
                    <a:lstStyle/>
                    <a:p>
                      <a:endParaRPr kumimoji="1" lang="ja-JP" altLang="en-US" dirty="0"/>
                    </a:p>
                  </a:txBody>
                  <a:tcPr/>
                </a:tc>
                <a:extLst>
                  <a:ext uri="{0D108BD9-81ED-4DB2-BD59-A6C34878D82A}">
                    <a16:rowId xmlns:a16="http://schemas.microsoft.com/office/drawing/2014/main" val="3213501782"/>
                  </a:ext>
                </a:extLst>
              </a:tr>
              <a:tr h="370840">
                <a:tc vMerge="1">
                  <a:txBody>
                    <a:bodyPr/>
                    <a:lstStyle/>
                    <a:p>
                      <a:endParaRPr kumimoji="1" lang="ja-JP" altLang="en-US" dirty="0"/>
                    </a:p>
                  </a:txBody>
                  <a:tcPr/>
                </a:tc>
                <a:tc>
                  <a:txBody>
                    <a:bodyPr/>
                    <a:lstStyle/>
                    <a:p>
                      <a:r>
                        <a:rPr kumimoji="1" lang="ja-JP" altLang="en-US" dirty="0"/>
                        <a:t>設定済みメンバー</a:t>
                      </a:r>
                    </a:p>
                  </a:txBody>
                  <a:tcPr>
                    <a:solidFill>
                      <a:schemeClr val="accent4">
                        <a:lumMod val="20000"/>
                        <a:lumOff val="80000"/>
                      </a:schemeClr>
                    </a:solidFill>
                  </a:tcPr>
                </a:tc>
                <a:tc>
                  <a:txBody>
                    <a:bodyPr/>
                    <a:lstStyle/>
                    <a:p>
                      <a:r>
                        <a:rPr kumimoji="1" lang="ja-JP" altLang="en-US" dirty="0"/>
                        <a:t>利用可</a:t>
                      </a:r>
                    </a:p>
                  </a:txBody>
                  <a:tcPr>
                    <a:solidFill>
                      <a:schemeClr val="accent4">
                        <a:lumMod val="20000"/>
                        <a:lumOff val="80000"/>
                      </a:schemeClr>
                    </a:solidFill>
                  </a:tcPr>
                </a:tc>
                <a:tc>
                  <a:txBody>
                    <a:bodyPr/>
                    <a:lstStyle/>
                    <a:p>
                      <a:endParaRPr kumimoji="1" lang="ja-JP" altLang="en-US" dirty="0"/>
                    </a:p>
                  </a:txBody>
                  <a:tcPr>
                    <a:solidFill>
                      <a:schemeClr val="accent1">
                        <a:tint val="20000"/>
                      </a:schemeClr>
                    </a:solidFill>
                  </a:tcPr>
                </a:tc>
                <a:extLst>
                  <a:ext uri="{0D108BD9-81ED-4DB2-BD59-A6C34878D82A}">
                    <a16:rowId xmlns:a16="http://schemas.microsoft.com/office/drawing/2014/main" val="410051744"/>
                  </a:ext>
                </a:extLst>
              </a:tr>
              <a:tr h="370840">
                <a:tc vMerge="1">
                  <a:txBody>
                    <a:bodyPr/>
                    <a:lstStyle/>
                    <a:p>
                      <a:endParaRPr kumimoji="1" lang="ja-JP" altLang="en-US" dirty="0"/>
                    </a:p>
                  </a:txBody>
                  <a:tcPr/>
                </a:tc>
                <a:tc>
                  <a:txBody>
                    <a:bodyPr/>
                    <a:lstStyle/>
                    <a:p>
                      <a:r>
                        <a:rPr kumimoji="1" lang="ja-JP" altLang="en-US" dirty="0"/>
                        <a:t>設定済みメンバー外</a:t>
                      </a:r>
                    </a:p>
                  </a:txBody>
                  <a:tcPr/>
                </a:tc>
                <a:tc>
                  <a:txBody>
                    <a:bodyPr/>
                    <a:lstStyle/>
                    <a:p>
                      <a:r>
                        <a:rPr kumimoji="1" lang="ja-JP" altLang="en-US" dirty="0"/>
                        <a:t>利用不可</a:t>
                      </a:r>
                    </a:p>
                  </a:txBody>
                  <a:tcPr/>
                </a:tc>
                <a:tc>
                  <a:txBody>
                    <a:bodyPr/>
                    <a:lstStyle/>
                    <a:p>
                      <a:endParaRPr kumimoji="1" lang="ja-JP" altLang="en-US" dirty="0"/>
                    </a:p>
                  </a:txBody>
                  <a:tcPr/>
                </a:tc>
                <a:extLst>
                  <a:ext uri="{0D108BD9-81ED-4DB2-BD59-A6C34878D82A}">
                    <a16:rowId xmlns:a16="http://schemas.microsoft.com/office/drawing/2014/main" val="1165666014"/>
                  </a:ext>
                </a:extLst>
              </a:tr>
            </a:tbl>
          </a:graphicData>
        </a:graphic>
      </p:graphicFrame>
      <p:sp>
        <p:nvSpPr>
          <p:cNvPr id="5" name="正方形/長方形 4">
            <a:extLst>
              <a:ext uri="{FF2B5EF4-FFF2-40B4-BE49-F238E27FC236}">
                <a16:creationId xmlns:a16="http://schemas.microsoft.com/office/drawing/2014/main" id="{723A000E-24AE-B1E0-4C7C-676476BD383B}"/>
              </a:ext>
            </a:extLst>
          </p:cNvPr>
          <p:cNvSpPr/>
          <p:nvPr/>
        </p:nvSpPr>
        <p:spPr>
          <a:xfrm>
            <a:off x="2729751" y="3704665"/>
            <a:ext cx="6232712" cy="4840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9027337-11A1-12A9-B8EF-91D8430A73E4}"/>
              </a:ext>
            </a:extLst>
          </p:cNvPr>
          <p:cNvSpPr txBox="1"/>
          <p:nvPr/>
        </p:nvSpPr>
        <p:spPr>
          <a:xfrm>
            <a:off x="388732" y="5778774"/>
            <a:ext cx="9761555" cy="923330"/>
          </a:xfrm>
          <a:prstGeom prst="rect">
            <a:avLst/>
          </a:prstGeom>
          <a:noFill/>
        </p:spPr>
        <p:txBody>
          <a:bodyPr wrap="square" rtlCol="0">
            <a:spAutoFit/>
          </a:bodyPr>
          <a:lstStyle/>
          <a:p>
            <a:r>
              <a:rPr lang="ja-JP" altLang="en-US" dirty="0"/>
              <a:t>「</a:t>
            </a:r>
            <a:r>
              <a:rPr lang="en-US" altLang="ja-JP" dirty="0"/>
              <a:t>Copilot Studio </a:t>
            </a:r>
            <a:r>
              <a:rPr lang="ja-JP" altLang="en-US" dirty="0"/>
              <a:t>作成者」設定は、従量課金制ライセンス環境において、指定されたセキュリティグループ内のユーザーにアクセス権を付与するために設計されています。</a:t>
            </a:r>
            <a:endParaRPr lang="en-US" altLang="ja-JP" dirty="0"/>
          </a:p>
          <a:p>
            <a:r>
              <a:rPr lang="ja-JP" altLang="en-US" dirty="0"/>
              <a:t>他のライセンスユーザーからのアクセス権を制限ものではありません。</a:t>
            </a:r>
            <a:endParaRPr kumimoji="1" lang="ja-JP" altLang="en-US" dirty="0"/>
          </a:p>
        </p:txBody>
      </p:sp>
    </p:spTree>
    <p:extLst>
      <p:ext uri="{BB962C8B-B14F-4D97-AF65-F5344CB8AC3E}">
        <p14:creationId xmlns:p14="http://schemas.microsoft.com/office/powerpoint/2010/main" val="1426110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85C60-4FBB-6772-DDE3-BAC30B67AB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AAD6CF-82E4-9C69-5E7F-52865EA4638C}"/>
              </a:ext>
            </a:extLst>
          </p:cNvPr>
          <p:cNvSpPr>
            <a:spLocks noGrp="1"/>
          </p:cNvSpPr>
          <p:nvPr>
            <p:ph type="title"/>
          </p:nvPr>
        </p:nvSpPr>
        <p:spPr/>
        <p:txBody>
          <a:bodyPr/>
          <a:lstStyle/>
          <a:p>
            <a:r>
              <a:rPr lang="ja-JP" altLang="en-US" dirty="0">
                <a:solidFill>
                  <a:srgbClr val="00004B"/>
                </a:solidFill>
                <a:latin typeface="Segoe UI" panose="020B0502040204020203" pitchFamily="34" charset="0"/>
                <a:cs typeface="Segoe UI" panose="020B0502040204020203" pitchFamily="34" charset="0"/>
              </a:rPr>
              <a:t>共通の設定（セキュリティロール）</a:t>
            </a:r>
            <a:endParaRPr kumimoji="1" lang="ja-JP" altLang="en-US" dirty="0"/>
          </a:p>
        </p:txBody>
      </p:sp>
    </p:spTree>
    <p:extLst>
      <p:ext uri="{BB962C8B-B14F-4D97-AF65-F5344CB8AC3E}">
        <p14:creationId xmlns:p14="http://schemas.microsoft.com/office/powerpoint/2010/main" val="3074591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405F9-579B-D0E2-146D-6F881BEE09F5}"/>
            </a:ext>
          </a:extLst>
        </p:cNvPr>
        <p:cNvGrpSpPr/>
        <p:nvPr/>
      </p:nvGrpSpPr>
      <p:grpSpPr>
        <a:xfrm>
          <a:off x="0" y="0"/>
          <a:ext cx="0" cy="0"/>
          <a:chOff x="0" y="0"/>
          <a:chExt cx="0" cy="0"/>
        </a:xfrm>
      </p:grpSpPr>
      <p:pic>
        <p:nvPicPr>
          <p:cNvPr id="3" name="図 2" descr="グラフィカル ユーザー インターフェイス, アプリケーション&#10;&#10;AI 生成コンテンツは誤りを含む可能性があります。">
            <a:extLst>
              <a:ext uri="{FF2B5EF4-FFF2-40B4-BE49-F238E27FC236}">
                <a16:creationId xmlns:a16="http://schemas.microsoft.com/office/drawing/2014/main" id="{4136E8F5-2CE7-9273-2C92-AB7324724C47}"/>
              </a:ext>
            </a:extLst>
          </p:cNvPr>
          <p:cNvPicPr>
            <a:picLocks noChangeAspect="1"/>
          </p:cNvPicPr>
          <p:nvPr/>
        </p:nvPicPr>
        <p:blipFill>
          <a:blip r:embed="rId3"/>
          <a:stretch>
            <a:fillRect/>
          </a:stretch>
        </p:blipFill>
        <p:spPr>
          <a:xfrm>
            <a:off x="6528186" y="1118331"/>
            <a:ext cx="3872453" cy="4220164"/>
          </a:xfrm>
          <a:prstGeom prst="rect">
            <a:avLst/>
          </a:prstGeom>
        </p:spPr>
      </p:pic>
      <p:sp>
        <p:nvSpPr>
          <p:cNvPr id="9" name="タイトル 1">
            <a:extLst>
              <a:ext uri="{FF2B5EF4-FFF2-40B4-BE49-F238E27FC236}">
                <a16:creationId xmlns:a16="http://schemas.microsoft.com/office/drawing/2014/main" id="{B50DA3B2-197E-A4BC-FDFD-4D97898B9B1B}"/>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セキュリティロールの設定</a:t>
            </a:r>
          </a:p>
        </p:txBody>
      </p:sp>
      <p:sp>
        <p:nvSpPr>
          <p:cNvPr id="4" name="タイトル 1">
            <a:extLst>
              <a:ext uri="{FF2B5EF4-FFF2-40B4-BE49-F238E27FC236}">
                <a16:creationId xmlns:a16="http://schemas.microsoft.com/office/drawing/2014/main" id="{F6F4C352-2EAF-271F-E30A-5DE441D47DBB}"/>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Power Platform</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管理センターから対象の環境を選択し、ユーザーの設定を開きます。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Power Platform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管理センター</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4"/>
              </a:rPr>
              <a:t>https://admin.powerplatform.microsoft.com/</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7" name="図 6"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6E8A7A1E-E89D-CEBD-2C3A-85AE87A4D48B}"/>
              </a:ext>
            </a:extLst>
          </p:cNvPr>
          <p:cNvPicPr>
            <a:picLocks noChangeAspect="1"/>
          </p:cNvPicPr>
          <p:nvPr/>
        </p:nvPicPr>
        <p:blipFill>
          <a:blip r:embed="rId5"/>
          <a:srcRect l="71471" t="12810" r="3548" b="4608"/>
          <a:stretch>
            <a:fillRect/>
          </a:stretch>
        </p:blipFill>
        <p:spPr>
          <a:xfrm>
            <a:off x="9498317" y="1933764"/>
            <a:ext cx="2284263" cy="4247606"/>
          </a:xfrm>
          <a:prstGeom prst="rect">
            <a:avLst/>
          </a:prstGeom>
        </p:spPr>
      </p:pic>
    </p:spTree>
    <p:extLst>
      <p:ext uri="{BB962C8B-B14F-4D97-AF65-F5344CB8AC3E}">
        <p14:creationId xmlns:p14="http://schemas.microsoft.com/office/powerpoint/2010/main" val="3697669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1D6AC-9F8E-FE64-6121-74CF42B2567C}"/>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27AD1149-CB58-7CB2-4231-DDFF36E74F7B}"/>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セキュリティロールの設定</a:t>
            </a:r>
          </a:p>
        </p:txBody>
      </p:sp>
      <p:sp>
        <p:nvSpPr>
          <p:cNvPr id="4" name="タイトル 1">
            <a:extLst>
              <a:ext uri="{FF2B5EF4-FFF2-40B4-BE49-F238E27FC236}">
                <a16:creationId xmlns:a16="http://schemas.microsoft.com/office/drawing/2014/main" id="{FC2D6A44-C7E3-82AF-FF58-C7F79FCFE17A}"/>
              </a:ext>
            </a:extLst>
          </p:cNvPr>
          <p:cNvSpPr txBox="1">
            <a:spLocks/>
          </p:cNvSpPr>
          <p:nvPr/>
        </p:nvSpPr>
        <p:spPr>
          <a:xfrm>
            <a:off x="158751" y="1188432"/>
            <a:ext cx="5937250"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対象のユーザーに対してセキュリティロールの管理から、「</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Environment Maker</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」の権限を設定して保存します。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（備考）</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対象のユーザーが</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Dataverse</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のテーブル作成や修正を行う場合は「システムカスタマイザー」などの強力な権限を付与します。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4213054F-666A-B13F-1E5B-9FB3DB5352CE}"/>
              </a:ext>
            </a:extLst>
          </p:cNvPr>
          <p:cNvPicPr>
            <a:picLocks noChangeAspect="1"/>
          </p:cNvPicPr>
          <p:nvPr/>
        </p:nvPicPr>
        <p:blipFill>
          <a:blip r:embed="rId3"/>
          <a:srcRect t="12662" r="57266" b="56355"/>
          <a:stretch>
            <a:fillRect/>
          </a:stretch>
        </p:blipFill>
        <p:spPr>
          <a:xfrm>
            <a:off x="2923444" y="3429000"/>
            <a:ext cx="5210106" cy="2124830"/>
          </a:xfrm>
          <a:prstGeom prst="rect">
            <a:avLst/>
          </a:prstGeom>
        </p:spPr>
      </p:pic>
      <p:pic>
        <p:nvPicPr>
          <p:cNvPr id="10" name="図 9"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071F7FFC-E737-C8D1-2FE7-656A1B21ED5F}"/>
              </a:ext>
            </a:extLst>
          </p:cNvPr>
          <p:cNvPicPr>
            <a:picLocks noChangeAspect="1"/>
          </p:cNvPicPr>
          <p:nvPr/>
        </p:nvPicPr>
        <p:blipFill>
          <a:blip r:embed="rId4"/>
          <a:srcRect l="69388" t="7866" r="4820" b="4461"/>
          <a:stretch>
            <a:fillRect/>
          </a:stretch>
        </p:blipFill>
        <p:spPr>
          <a:xfrm>
            <a:off x="9198987" y="1343230"/>
            <a:ext cx="2746550" cy="5251590"/>
          </a:xfrm>
          <a:prstGeom prst="rect">
            <a:avLst/>
          </a:prstGeom>
        </p:spPr>
      </p:pic>
    </p:spTree>
    <p:extLst>
      <p:ext uri="{BB962C8B-B14F-4D97-AF65-F5344CB8AC3E}">
        <p14:creationId xmlns:p14="http://schemas.microsoft.com/office/powerpoint/2010/main" val="3759872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4EAB1-964A-87D8-CDD9-7734D38326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8C7DED-31FF-6638-2883-94C43D5A1120}"/>
              </a:ext>
            </a:extLst>
          </p:cNvPr>
          <p:cNvSpPr>
            <a:spLocks noGrp="1"/>
          </p:cNvSpPr>
          <p:nvPr>
            <p:ph type="title"/>
          </p:nvPr>
        </p:nvSpPr>
        <p:spPr/>
        <p:txBody>
          <a:bodyPr/>
          <a:lstStyle/>
          <a:p>
            <a:r>
              <a:rPr lang="ja-JP" altLang="en-US" dirty="0">
                <a:solidFill>
                  <a:srgbClr val="00004B"/>
                </a:solidFill>
                <a:latin typeface="Segoe UI" panose="020B0502040204020203" pitchFamily="34" charset="0"/>
                <a:cs typeface="Segoe UI" panose="020B0502040204020203" pitchFamily="34" charset="0"/>
              </a:rPr>
              <a:t>出典、その他の情報</a:t>
            </a:r>
            <a:endParaRPr kumimoji="1" lang="ja-JP" altLang="en-US" dirty="0"/>
          </a:p>
        </p:txBody>
      </p:sp>
    </p:spTree>
    <p:extLst>
      <p:ext uri="{BB962C8B-B14F-4D97-AF65-F5344CB8AC3E}">
        <p14:creationId xmlns:p14="http://schemas.microsoft.com/office/powerpoint/2010/main" val="562996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E62F1-3D23-5F5F-EB28-DE2A27DBF78D}"/>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E648E0DC-4A7B-94DE-48C4-24D1663898D4}"/>
              </a:ext>
            </a:extLst>
          </p:cNvPr>
          <p:cNvSpPr txBox="1">
            <a:spLocks/>
          </p:cNvSpPr>
          <p:nvPr/>
        </p:nvSpPr>
        <p:spPr>
          <a:xfrm>
            <a:off x="158750" y="180371"/>
            <a:ext cx="5937250"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出典</a:t>
            </a:r>
          </a:p>
        </p:txBody>
      </p:sp>
      <p:sp>
        <p:nvSpPr>
          <p:cNvPr id="4" name="タイトル 1">
            <a:extLst>
              <a:ext uri="{FF2B5EF4-FFF2-40B4-BE49-F238E27FC236}">
                <a16:creationId xmlns:a16="http://schemas.microsoft.com/office/drawing/2014/main" id="{D2A8461E-8814-EEC1-8EB9-D0D4CE285599}"/>
              </a:ext>
            </a:extLst>
          </p:cNvPr>
          <p:cNvSpPr txBox="1">
            <a:spLocks/>
          </p:cNvSpPr>
          <p:nvPr/>
        </p:nvSpPr>
        <p:spPr>
          <a:xfrm>
            <a:off x="158750" y="1188432"/>
            <a:ext cx="10363573" cy="4385053"/>
          </a:xfrm>
          <a:prstGeom prst="rect">
            <a:avLst/>
          </a:prstGeom>
        </p:spPr>
        <p:txBody>
          <a:bodyPr anchor="t"/>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環境には、必要に応じて</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DLP</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ポリシー作成、マネージド環境の設定などを実施します。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本資料作成時に参考にした資料は以下の通りです。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参考１（</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Copilot Studio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3"/>
              </a:rPr>
              <a:t>を最速で始める！最低限の構成と設定ガイド）</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4"/>
              </a:rPr>
              <a:t>参考２（</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4"/>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4"/>
              </a:rPr>
              <a:t>管理者向け</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4"/>
              </a:rPr>
              <a:t>】Copilot Studio</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4"/>
              </a:rPr>
              <a:t>の従量課金プランの設定）</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参考３（</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管理者向け</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】Copilot Studio</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のセキュリティ・ガバナンス</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_</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5"/>
              </a:rPr>
              <a:t>ライセンス編）</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参考４（</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管理者向け</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】Copilot Studio</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のセキュリティ・ガバナンス</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_</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hlinkClick r:id="rId6"/>
              </a:rPr>
              <a:t>利用開始＆環境制御・セキュリティロール編）</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次ページ以降、</a:t>
            </a:r>
            <a:r>
              <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Microsoft 365 Copilot </a:t>
            </a:r>
            <a:r>
              <a:rPr lang="ja-JP" altLang="en-US" sz="1800" dirty="0">
                <a:latin typeface="ＭＳ ゴシック" panose="020B0609070205080204" pitchFamily="49" charset="-128"/>
                <a:ea typeface="ＭＳ ゴシック" panose="020B0609070205080204" pitchFamily="49" charset="-128"/>
                <a:cs typeface="ＭＳ Ｐゴシック" panose="020B0600070205080204" pitchFamily="50" charset="-128"/>
              </a:rPr>
              <a:t>ライセンスに関する資料です。</a:t>
            </a:r>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a:p>
            <a:pPr algn="just"/>
            <a:endParaRPr lang="en-US" altLang="ja-JP" sz="1800" dirty="0">
              <a:latin typeface="ＭＳ ゴシック" panose="020B0609070205080204" pitchFamily="49" charset="-128"/>
              <a:ea typeface="ＭＳ ゴシック" panose="020B0609070205080204" pitchFamily="49" charset="-128"/>
              <a:cs typeface="ＭＳ Ｐゴシック" panose="020B0600070205080204" pitchFamily="50" charset="-128"/>
            </a:endParaRPr>
          </a:p>
        </p:txBody>
      </p:sp>
    </p:spTree>
    <p:extLst>
      <p:ext uri="{BB962C8B-B14F-4D97-AF65-F5344CB8AC3E}">
        <p14:creationId xmlns:p14="http://schemas.microsoft.com/office/powerpoint/2010/main" val="3590475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7E01C-6896-1D05-D22D-F21EAB3DDDFC}"/>
            </a:ext>
          </a:extLst>
        </p:cNvPr>
        <p:cNvGrpSpPr/>
        <p:nvPr/>
      </p:nvGrpSpPr>
      <p:grpSpPr>
        <a:xfrm>
          <a:off x="0" y="0"/>
          <a:ext cx="0" cy="0"/>
          <a:chOff x="0" y="0"/>
          <a:chExt cx="0" cy="0"/>
        </a:xfrm>
      </p:grpSpPr>
      <p:pic>
        <p:nvPicPr>
          <p:cNvPr id="3" name="図 2" descr="ダイアグラム&#10;&#10;AI 生成コンテンツは誤りを含む可能性があります。">
            <a:extLst>
              <a:ext uri="{FF2B5EF4-FFF2-40B4-BE49-F238E27FC236}">
                <a16:creationId xmlns:a16="http://schemas.microsoft.com/office/drawing/2014/main" id="{AEFCBE48-5F3B-FBFA-6AA6-F572DEA3A9C7}"/>
              </a:ext>
            </a:extLst>
          </p:cNvPr>
          <p:cNvPicPr>
            <a:picLocks noChangeAspect="1"/>
          </p:cNvPicPr>
          <p:nvPr/>
        </p:nvPicPr>
        <p:blipFill>
          <a:blip r:embed="rId3"/>
          <a:stretch>
            <a:fillRect/>
          </a:stretch>
        </p:blipFill>
        <p:spPr>
          <a:xfrm>
            <a:off x="407152" y="440509"/>
            <a:ext cx="11377696" cy="5976981"/>
          </a:xfrm>
          <a:prstGeom prst="rect">
            <a:avLst/>
          </a:prstGeom>
        </p:spPr>
      </p:pic>
    </p:spTree>
    <p:extLst>
      <p:ext uri="{BB962C8B-B14F-4D97-AF65-F5344CB8AC3E}">
        <p14:creationId xmlns:p14="http://schemas.microsoft.com/office/powerpoint/2010/main" val="1243695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9847B-7160-E366-261B-75AE602DFBF4}"/>
            </a:ext>
          </a:extLst>
        </p:cNvPr>
        <p:cNvGrpSpPr/>
        <p:nvPr/>
      </p:nvGrpSpPr>
      <p:grpSpPr>
        <a:xfrm>
          <a:off x="0" y="0"/>
          <a:ext cx="0" cy="0"/>
          <a:chOff x="0" y="0"/>
          <a:chExt cx="0" cy="0"/>
        </a:xfrm>
      </p:grpSpPr>
      <p:pic>
        <p:nvPicPr>
          <p:cNvPr id="4" name="図 3" descr="テーブル&#10;&#10;AI 生成コンテンツは誤りを含む可能性があります。">
            <a:extLst>
              <a:ext uri="{FF2B5EF4-FFF2-40B4-BE49-F238E27FC236}">
                <a16:creationId xmlns:a16="http://schemas.microsoft.com/office/drawing/2014/main" id="{F8C53296-0C1F-0081-2FB5-D3738CD26A25}"/>
              </a:ext>
            </a:extLst>
          </p:cNvPr>
          <p:cNvPicPr>
            <a:picLocks noChangeAspect="1"/>
          </p:cNvPicPr>
          <p:nvPr/>
        </p:nvPicPr>
        <p:blipFill>
          <a:blip r:embed="rId3"/>
          <a:stretch>
            <a:fillRect/>
          </a:stretch>
        </p:blipFill>
        <p:spPr>
          <a:xfrm>
            <a:off x="442871" y="430984"/>
            <a:ext cx="11306258" cy="5996031"/>
          </a:xfrm>
          <a:prstGeom prst="rect">
            <a:avLst/>
          </a:prstGeom>
        </p:spPr>
      </p:pic>
    </p:spTree>
    <p:extLst>
      <p:ext uri="{BB962C8B-B14F-4D97-AF65-F5344CB8AC3E}">
        <p14:creationId xmlns:p14="http://schemas.microsoft.com/office/powerpoint/2010/main" val="3226631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E24B-EBE4-BBF7-BD0C-18B1F51DF5C2}"/>
            </a:ext>
          </a:extLst>
        </p:cNvPr>
        <p:cNvGrpSpPr/>
        <p:nvPr/>
      </p:nvGrpSpPr>
      <p:grpSpPr>
        <a:xfrm>
          <a:off x="0" y="0"/>
          <a:ext cx="0" cy="0"/>
          <a:chOff x="0" y="0"/>
          <a:chExt cx="0" cy="0"/>
        </a:xfrm>
      </p:grpSpPr>
      <p:pic>
        <p:nvPicPr>
          <p:cNvPr id="3" name="図 2" descr="テキスト&#10;&#10;AI 生成コンテンツは誤りを含む可能性があります。">
            <a:extLst>
              <a:ext uri="{FF2B5EF4-FFF2-40B4-BE49-F238E27FC236}">
                <a16:creationId xmlns:a16="http://schemas.microsoft.com/office/drawing/2014/main" id="{5DE73DEE-6F55-22B0-5306-0B7B1DD9DE40}"/>
              </a:ext>
            </a:extLst>
          </p:cNvPr>
          <p:cNvPicPr>
            <a:picLocks noChangeAspect="1"/>
          </p:cNvPicPr>
          <p:nvPr/>
        </p:nvPicPr>
        <p:blipFill>
          <a:blip r:embed="rId3"/>
          <a:stretch>
            <a:fillRect/>
          </a:stretch>
        </p:blipFill>
        <p:spPr>
          <a:xfrm>
            <a:off x="414296" y="442890"/>
            <a:ext cx="11363408" cy="5972219"/>
          </a:xfrm>
          <a:prstGeom prst="rect">
            <a:avLst/>
          </a:prstGeom>
        </p:spPr>
      </p:pic>
    </p:spTree>
    <p:extLst>
      <p:ext uri="{BB962C8B-B14F-4D97-AF65-F5344CB8AC3E}">
        <p14:creationId xmlns:p14="http://schemas.microsoft.com/office/powerpoint/2010/main" val="4173820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5F354-6F07-C79E-EFBF-D6D1C813F11B}"/>
            </a:ext>
          </a:extLst>
        </p:cNvPr>
        <p:cNvGrpSpPr/>
        <p:nvPr/>
      </p:nvGrpSpPr>
      <p:grpSpPr>
        <a:xfrm>
          <a:off x="0" y="0"/>
          <a:ext cx="0" cy="0"/>
          <a:chOff x="0" y="0"/>
          <a:chExt cx="0" cy="0"/>
        </a:xfrm>
      </p:grpSpPr>
      <p:pic>
        <p:nvPicPr>
          <p:cNvPr id="4" name="図 3" descr="グラフィカル ユーザー インターフェイス, アプリケーション, メール&#10;&#10;AI 生成コンテンツは誤りを含む可能性があります。">
            <a:extLst>
              <a:ext uri="{FF2B5EF4-FFF2-40B4-BE49-F238E27FC236}">
                <a16:creationId xmlns:a16="http://schemas.microsoft.com/office/drawing/2014/main" id="{3F5E8FB3-2914-01C2-543B-CA7D1FD7C519}"/>
              </a:ext>
            </a:extLst>
          </p:cNvPr>
          <p:cNvPicPr>
            <a:picLocks noChangeAspect="1"/>
          </p:cNvPicPr>
          <p:nvPr/>
        </p:nvPicPr>
        <p:blipFill>
          <a:blip r:embed="rId3"/>
          <a:stretch>
            <a:fillRect/>
          </a:stretch>
        </p:blipFill>
        <p:spPr>
          <a:xfrm>
            <a:off x="314283" y="264295"/>
            <a:ext cx="11563435" cy="6329409"/>
          </a:xfrm>
          <a:prstGeom prst="rect">
            <a:avLst/>
          </a:prstGeom>
        </p:spPr>
      </p:pic>
    </p:spTree>
    <p:extLst>
      <p:ext uri="{BB962C8B-B14F-4D97-AF65-F5344CB8AC3E}">
        <p14:creationId xmlns:p14="http://schemas.microsoft.com/office/powerpoint/2010/main" val="3490562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9E84-34C8-AE08-DF9C-903A1A0EEBE1}"/>
            </a:ext>
          </a:extLst>
        </p:cNvPr>
        <p:cNvGrpSpPr/>
        <p:nvPr/>
      </p:nvGrpSpPr>
      <p:grpSpPr>
        <a:xfrm>
          <a:off x="0" y="0"/>
          <a:ext cx="0" cy="0"/>
          <a:chOff x="0" y="0"/>
          <a:chExt cx="0" cy="0"/>
        </a:xfrm>
      </p:grpSpPr>
      <p:pic>
        <p:nvPicPr>
          <p:cNvPr id="3" name="図 2" descr="テーブル が含まれている画像&#10;&#10;AI 生成コンテンツは誤りを含む可能性があります。">
            <a:extLst>
              <a:ext uri="{FF2B5EF4-FFF2-40B4-BE49-F238E27FC236}">
                <a16:creationId xmlns:a16="http://schemas.microsoft.com/office/drawing/2014/main" id="{94D4090F-0EF5-43D5-1CD5-517AA9F0722C}"/>
              </a:ext>
            </a:extLst>
          </p:cNvPr>
          <p:cNvPicPr>
            <a:picLocks noChangeAspect="1"/>
          </p:cNvPicPr>
          <p:nvPr/>
        </p:nvPicPr>
        <p:blipFill>
          <a:blip r:embed="rId3"/>
          <a:stretch>
            <a:fillRect/>
          </a:stretch>
        </p:blipFill>
        <p:spPr>
          <a:xfrm>
            <a:off x="338096" y="166664"/>
            <a:ext cx="11515809" cy="6524673"/>
          </a:xfrm>
          <a:prstGeom prst="rect">
            <a:avLst/>
          </a:prstGeom>
        </p:spPr>
      </p:pic>
    </p:spTree>
    <p:extLst>
      <p:ext uri="{BB962C8B-B14F-4D97-AF65-F5344CB8AC3E}">
        <p14:creationId xmlns:p14="http://schemas.microsoft.com/office/powerpoint/2010/main" val="376867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C540-8F35-C932-FC0E-9D874E700E37}"/>
            </a:ext>
          </a:extLst>
        </p:cNvPr>
        <p:cNvGrpSpPr/>
        <p:nvPr/>
      </p:nvGrpSpPr>
      <p:grpSpPr>
        <a:xfrm>
          <a:off x="0" y="0"/>
          <a:ext cx="0" cy="0"/>
          <a:chOff x="0" y="0"/>
          <a:chExt cx="0" cy="0"/>
        </a:xfrm>
      </p:grpSpPr>
      <p:pic>
        <p:nvPicPr>
          <p:cNvPr id="3" name="図 2" descr="グラフィカル ユーザー インターフェイス&#10;&#10;AI 生成コンテンツは誤りを含む可能性があります。">
            <a:extLst>
              <a:ext uri="{FF2B5EF4-FFF2-40B4-BE49-F238E27FC236}">
                <a16:creationId xmlns:a16="http://schemas.microsoft.com/office/drawing/2014/main" id="{C01B77B9-A166-A176-6C75-3EE74DA77899}"/>
              </a:ext>
            </a:extLst>
          </p:cNvPr>
          <p:cNvPicPr>
            <a:picLocks noChangeAspect="1"/>
          </p:cNvPicPr>
          <p:nvPr/>
        </p:nvPicPr>
        <p:blipFill>
          <a:blip r:embed="rId3"/>
          <a:stretch>
            <a:fillRect/>
          </a:stretch>
        </p:blipFill>
        <p:spPr>
          <a:xfrm>
            <a:off x="292852" y="178570"/>
            <a:ext cx="11606297" cy="6500860"/>
          </a:xfrm>
          <a:prstGeom prst="rect">
            <a:avLst/>
          </a:prstGeom>
        </p:spPr>
      </p:pic>
    </p:spTree>
    <p:extLst>
      <p:ext uri="{BB962C8B-B14F-4D97-AF65-F5344CB8AC3E}">
        <p14:creationId xmlns:p14="http://schemas.microsoft.com/office/powerpoint/2010/main" val="3031244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F897-CA3E-EFFD-E040-6B334765ED79}"/>
            </a:ext>
          </a:extLst>
        </p:cNvPr>
        <p:cNvGrpSpPr/>
        <p:nvPr/>
      </p:nvGrpSpPr>
      <p:grpSpPr>
        <a:xfrm>
          <a:off x="0" y="0"/>
          <a:ext cx="0" cy="0"/>
          <a:chOff x="0" y="0"/>
          <a:chExt cx="0" cy="0"/>
        </a:xfrm>
      </p:grpSpPr>
      <p:sp>
        <p:nvSpPr>
          <p:cNvPr id="9" name="タイトル 1">
            <a:extLst>
              <a:ext uri="{FF2B5EF4-FFF2-40B4-BE49-F238E27FC236}">
                <a16:creationId xmlns:a16="http://schemas.microsoft.com/office/drawing/2014/main" id="{E85AF10A-9064-1744-03F8-D163E0569F8B}"/>
              </a:ext>
            </a:extLst>
          </p:cNvPr>
          <p:cNvSpPr txBox="1">
            <a:spLocks/>
          </p:cNvSpPr>
          <p:nvPr/>
        </p:nvSpPr>
        <p:spPr>
          <a:xfrm>
            <a:off x="158749" y="180371"/>
            <a:ext cx="8185151" cy="473679"/>
          </a:xfrm>
          <a:prstGeom prst="rect">
            <a:avLst/>
          </a:prstGeom>
        </p:spPr>
        <p:txBody>
          <a:bodyPr anchor="b"/>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（参考）</a:t>
            </a:r>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Copilot Chat </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と </a:t>
            </a:r>
            <a:r>
              <a:rPr lang="en-US" altLang="ja-JP" sz="2400" dirty="0">
                <a:solidFill>
                  <a:schemeClr val="tx1">
                    <a:lumMod val="85000"/>
                    <a:lumOff val="15000"/>
                  </a:schemeClr>
                </a:solidFill>
                <a:latin typeface="ＭＳ ゴシック" panose="020B0609070205080204" pitchFamily="49" charset="-128"/>
                <a:ea typeface="ＭＳ ゴシック" panose="020B0609070205080204" pitchFamily="49" charset="-128"/>
              </a:rPr>
              <a:t>Microsoft 365 Copilot</a:t>
            </a:r>
            <a:r>
              <a:rPr lang="ja-JP" altLang="en-US" sz="2400" dirty="0">
                <a:solidFill>
                  <a:schemeClr val="tx1">
                    <a:lumMod val="85000"/>
                    <a:lumOff val="15000"/>
                  </a:schemeClr>
                </a:solidFill>
                <a:latin typeface="ＭＳ ゴシック" panose="020B0609070205080204" pitchFamily="49" charset="-128"/>
                <a:ea typeface="ＭＳ ゴシック" panose="020B0609070205080204" pitchFamily="49" charset="-128"/>
              </a:rPr>
              <a:t>の違い</a:t>
            </a:r>
          </a:p>
        </p:txBody>
      </p:sp>
      <p:pic>
        <p:nvPicPr>
          <p:cNvPr id="3" name="図 2" descr="グラフィカル ユーザー インターフェイス&#10;&#10;AI 生成コンテンツは誤りを含む可能性があります。">
            <a:extLst>
              <a:ext uri="{FF2B5EF4-FFF2-40B4-BE49-F238E27FC236}">
                <a16:creationId xmlns:a16="http://schemas.microsoft.com/office/drawing/2014/main" id="{5468A39F-9D2E-39FC-3B19-537D58ACB4A8}"/>
              </a:ext>
            </a:extLst>
          </p:cNvPr>
          <p:cNvPicPr>
            <a:picLocks noChangeAspect="1"/>
          </p:cNvPicPr>
          <p:nvPr/>
        </p:nvPicPr>
        <p:blipFill>
          <a:blip r:embed="rId3"/>
          <a:stretch>
            <a:fillRect/>
          </a:stretch>
        </p:blipFill>
        <p:spPr>
          <a:xfrm>
            <a:off x="588686" y="795089"/>
            <a:ext cx="10397561" cy="5823829"/>
          </a:xfrm>
          <a:prstGeom prst="rect">
            <a:avLst/>
          </a:prstGeom>
        </p:spPr>
      </p:pic>
      <p:pic>
        <p:nvPicPr>
          <p:cNvPr id="6" name="図 5" descr="カレンダー が含まれている画像&#10;&#10;AI 生成コンテンツは誤りを含む可能性があります。">
            <a:extLst>
              <a:ext uri="{FF2B5EF4-FFF2-40B4-BE49-F238E27FC236}">
                <a16:creationId xmlns:a16="http://schemas.microsoft.com/office/drawing/2014/main" id="{FDC23C93-7B85-FBC8-78FF-AD28A57020BB}"/>
              </a:ext>
            </a:extLst>
          </p:cNvPr>
          <p:cNvPicPr>
            <a:picLocks noChangeAspect="1"/>
          </p:cNvPicPr>
          <p:nvPr/>
        </p:nvPicPr>
        <p:blipFill>
          <a:blip r:embed="rId4"/>
          <a:stretch>
            <a:fillRect/>
          </a:stretch>
        </p:blipFill>
        <p:spPr>
          <a:xfrm>
            <a:off x="299995" y="223814"/>
            <a:ext cx="11592010" cy="6410372"/>
          </a:xfrm>
          <a:prstGeom prst="rect">
            <a:avLst/>
          </a:prstGeom>
        </p:spPr>
      </p:pic>
    </p:spTree>
    <p:extLst>
      <p:ext uri="{BB962C8B-B14F-4D97-AF65-F5344CB8AC3E}">
        <p14:creationId xmlns:p14="http://schemas.microsoft.com/office/powerpoint/2010/main" val="9595898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0D451544467794082CB6DC298C1E95B" ma:contentTypeVersion="11" ma:contentTypeDescription="新しいドキュメントを作成します。" ma:contentTypeScope="" ma:versionID="1230b29a10ca2e835c2c70d03b5a5aeb">
  <xsd:schema xmlns:xsd="http://www.w3.org/2001/XMLSchema" xmlns:xs="http://www.w3.org/2001/XMLSchema" xmlns:p="http://schemas.microsoft.com/office/2006/metadata/properties" xmlns:ns2="b05bc5de-c583-4085-be12-698733a74785" targetNamespace="http://schemas.microsoft.com/office/2006/metadata/properties" ma:root="true" ma:fieldsID="ca6d8fc059bbcefb3047a4bcbe148a95" ns2:_="">
    <xsd:import namespace="b05bc5de-c583-4085-be12-698733a747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5bc5de-c583-4085-be12-698733a747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ff74cca1-3d1f-4053-abe0-804d6fd3ff98"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5bc5de-c583-4085-be12-698733a7478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C49C90A-D01A-4EFD-9F59-D04DC1FA37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05bc5de-c583-4085-be12-698733a747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4F689B-6AFA-4C85-87DB-6D089647B1F6}">
  <ds:schemaRefs>
    <ds:schemaRef ds:uri="http://schemas.microsoft.com/sharepoint/v3/contenttype/forms"/>
  </ds:schemaRefs>
</ds:datastoreItem>
</file>

<file path=customXml/itemProps3.xml><?xml version="1.0" encoding="utf-8"?>
<ds:datastoreItem xmlns:ds="http://schemas.openxmlformats.org/officeDocument/2006/customXml" ds:itemID="{C1D16230-0D9A-4F76-A2AA-CEFCDDB36BE4}">
  <ds:schemaRefs>
    <ds:schemaRef ds:uri="http://schemas.microsoft.com/office/2006/documentManagement/types"/>
    <ds:schemaRef ds:uri="http://schemas.microsoft.com/office/2006/metadata/properties"/>
    <ds:schemaRef ds:uri="http://schemas.openxmlformats.org/package/2006/metadata/core-properties"/>
    <ds:schemaRef ds:uri="http://schemas.microsoft.com/office/infopath/2007/PartnerControls"/>
    <ds:schemaRef ds:uri="http://purl.org/dc/elements/1.1/"/>
    <ds:schemaRef ds:uri="http://purl.org/dc/terms/"/>
    <ds:schemaRef ds:uri="http://purl.org/dc/dcmitype/"/>
    <ds:schemaRef ds:uri="b05bc5de-c583-4085-be12-698733a7478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3300</TotalTime>
  <Words>1278</Words>
  <Application>Microsoft Office PowerPoint</Application>
  <PresentationFormat>ワイド画面</PresentationFormat>
  <Paragraphs>234</Paragraphs>
  <Slides>33</Slides>
  <Notes>25</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33</vt:i4>
      </vt:variant>
    </vt:vector>
  </HeadingPairs>
  <TitlesOfParts>
    <vt:vector size="41" baseType="lpstr">
      <vt:lpstr>ＭＳ ゴシック</vt:lpstr>
      <vt:lpstr>Yu Gothic UI</vt:lpstr>
      <vt:lpstr>游ゴシック</vt:lpstr>
      <vt:lpstr>Arial</vt:lpstr>
      <vt:lpstr>Segoe Sans Display</vt:lpstr>
      <vt:lpstr>Segoe Sans Display Semibold</vt:lpstr>
      <vt:lpstr>Segoe UI</vt:lpstr>
      <vt:lpstr>Office テーマ</vt:lpstr>
      <vt:lpstr>Copilot Studioトレーニング</vt:lpstr>
      <vt:lpstr>目次</vt:lpstr>
      <vt:lpstr>ライセンスの種類と概要</vt:lpstr>
      <vt:lpstr>Copilot Studio ライセンスの種類</vt:lpstr>
      <vt:lpstr>Copilot Studio ライセンスの概要</vt:lpstr>
      <vt:lpstr>M365 Copilot ユーザーライセンス の設定</vt:lpstr>
      <vt:lpstr>PowerPoint プレゼンテーション</vt:lpstr>
      <vt:lpstr>PowerPoint プレゼンテーション</vt:lpstr>
      <vt:lpstr>PowerPoint プレゼンテーション</vt:lpstr>
      <vt:lpstr>Copilot Studio メッセージパック の設定</vt:lpstr>
      <vt:lpstr>PowerPoint プレゼンテーション</vt:lpstr>
      <vt:lpstr>PowerPoint プレゼンテーション</vt:lpstr>
      <vt:lpstr>従量課金ライセンスの設定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(参考)Copilot Studio 作成者 について</vt:lpstr>
      <vt:lpstr>共通の設定（セキュリティロール）</vt:lpstr>
      <vt:lpstr>PowerPoint プレゼンテーション</vt:lpstr>
      <vt:lpstr>PowerPoint プレゼンテーション</vt:lpstr>
      <vt:lpstr>出典、その他の情報</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木島 基文</dc:creator>
  <cp:lastModifiedBy>木島 基文</cp:lastModifiedBy>
  <cp:revision>2</cp:revision>
  <dcterms:created xsi:type="dcterms:W3CDTF">2024-06-13T06:06:54Z</dcterms:created>
  <dcterms:modified xsi:type="dcterms:W3CDTF">2025-12-04T10:29:51Z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0x010100A0D451544467794082CB6DC298C1E95B</vt:lpwstr>
  </property>
  <property fmtid="{D5CDD505-2E9C-101B-9397-08002B2CF9AE}" pid="3" name="MediaServiceImageTags">
    <vt:lpwstr/>
  </property>
</Properties>
</file>